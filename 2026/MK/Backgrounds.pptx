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66" r:id="rId5"/>
    <p:sldId id="272" r:id="rId6"/>
    <p:sldId id="273" r:id="rId7"/>
    <p:sldId id="262" r:id="rId8"/>
    <p:sldId id="260" r:id="rId9"/>
    <p:sldId id="261" r:id="rId10"/>
    <p:sldId id="267" r:id="rId11"/>
    <p:sldId id="268" r:id="rId12"/>
    <p:sldId id="265" r:id="rId13"/>
    <p:sldId id="271" r:id="rId14"/>
    <p:sldId id="264" r:id="rId15"/>
    <p:sldId id="263" r:id="rId16"/>
    <p:sldId id="269" r:id="rId17"/>
    <p:sldId id="270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F89"/>
    <a:srgbClr val="002F6D"/>
    <a:srgbClr val="0055A5"/>
    <a:srgbClr val="2E93D1"/>
    <a:srgbClr val="223269"/>
    <a:srgbClr val="2E90CE"/>
    <a:srgbClr val="CE1432"/>
    <a:srgbClr val="E2E2E2"/>
    <a:srgbClr val="A685B2"/>
    <a:srgbClr val="5C34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1F8D6F-1A54-470B-AAB7-27B364FFBFB7}" v="50" dt="2026-01-26T16:40:31.5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3" d="100"/>
          <a:sy n="93" d="100"/>
        </p:scale>
        <p:origin x="1188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 Hunter" userId="eae915aa-421e-47be-95fe-98e2741838bc" providerId="ADAL" clId="{F94D534F-D9A9-4812-B2B6-EE05B1A244AD}"/>
    <pc:docChg chg="undo custSel addSld delSld modSld sldOrd">
      <pc:chgData name="Carl Hunter" userId="eae915aa-421e-47be-95fe-98e2741838bc" providerId="ADAL" clId="{F94D534F-D9A9-4812-B2B6-EE05B1A244AD}" dt="2026-01-26T16:42:23.883" v="424" actId="34135"/>
      <pc:docMkLst>
        <pc:docMk/>
      </pc:docMkLst>
      <pc:sldChg chg="addSp delSp modSp del mod">
        <pc:chgData name="Carl Hunter" userId="eae915aa-421e-47be-95fe-98e2741838bc" providerId="ADAL" clId="{F94D534F-D9A9-4812-B2B6-EE05B1A244AD}" dt="2026-01-26T12:02:19.733" v="60" actId="47"/>
        <pc:sldMkLst>
          <pc:docMk/>
          <pc:sldMk cId="2657811317" sldId="256"/>
        </pc:sldMkLst>
        <pc:spChg chg="add del mod">
          <ac:chgData name="Carl Hunter" userId="eae915aa-421e-47be-95fe-98e2741838bc" providerId="ADAL" clId="{F94D534F-D9A9-4812-B2B6-EE05B1A244AD}" dt="2026-01-26T11:56:21.129" v="24" actId="1036"/>
          <ac:spMkLst>
            <pc:docMk/>
            <pc:sldMk cId="2657811317" sldId="256"/>
            <ac:spMk id="4" creationId="{20FCFC4B-D55C-B243-3147-3C8EC14E7DB0}"/>
          </ac:spMkLst>
        </pc:spChg>
        <pc:spChg chg="add mod">
          <ac:chgData name="Carl Hunter" userId="eae915aa-421e-47be-95fe-98e2741838bc" providerId="ADAL" clId="{F94D534F-D9A9-4812-B2B6-EE05B1A244AD}" dt="2026-01-26T11:57:01.843" v="33" actId="1076"/>
          <ac:spMkLst>
            <pc:docMk/>
            <pc:sldMk cId="2657811317" sldId="256"/>
            <ac:spMk id="6" creationId="{E4C82B30-85F7-CACA-4C23-175A8C7ECFC5}"/>
          </ac:spMkLst>
        </pc:spChg>
        <pc:picChg chg="del">
          <ac:chgData name="Carl Hunter" userId="eae915aa-421e-47be-95fe-98e2741838bc" providerId="ADAL" clId="{F94D534F-D9A9-4812-B2B6-EE05B1A244AD}" dt="2026-01-26T11:53:56.859" v="6" actId="478"/>
          <ac:picMkLst>
            <pc:docMk/>
            <pc:sldMk cId="2657811317" sldId="256"/>
            <ac:picMk id="3" creationId="{9D507870-4092-ED7F-A780-56A92EB3F81B}"/>
          </ac:picMkLst>
        </pc:picChg>
        <pc:picChg chg="add mod">
          <ac:chgData name="Carl Hunter" userId="eae915aa-421e-47be-95fe-98e2741838bc" providerId="ADAL" clId="{F94D534F-D9A9-4812-B2B6-EE05B1A244AD}" dt="2026-01-26T11:56:48.650" v="32" actId="1036"/>
          <ac:picMkLst>
            <pc:docMk/>
            <pc:sldMk cId="2657811317" sldId="256"/>
            <ac:picMk id="5" creationId="{4BA3723B-939A-3A38-EBA0-D2B2AB6F6AAD}"/>
          </ac:picMkLst>
        </pc:picChg>
      </pc:sldChg>
      <pc:sldChg chg="del">
        <pc:chgData name="Carl Hunter" userId="eae915aa-421e-47be-95fe-98e2741838bc" providerId="ADAL" clId="{F94D534F-D9A9-4812-B2B6-EE05B1A244AD}" dt="2026-01-26T12:02:43.726" v="71" actId="47"/>
        <pc:sldMkLst>
          <pc:docMk/>
          <pc:sldMk cId="4236423511" sldId="257"/>
        </pc:sldMkLst>
      </pc:sldChg>
      <pc:sldChg chg="del">
        <pc:chgData name="Carl Hunter" userId="eae915aa-421e-47be-95fe-98e2741838bc" providerId="ADAL" clId="{F94D534F-D9A9-4812-B2B6-EE05B1A244AD}" dt="2026-01-26T12:02:42.926" v="70" actId="47"/>
        <pc:sldMkLst>
          <pc:docMk/>
          <pc:sldMk cId="1369400088" sldId="258"/>
        </pc:sldMkLst>
      </pc:sldChg>
      <pc:sldChg chg="addSp modSp add del mod">
        <pc:chgData name="Carl Hunter" userId="eae915aa-421e-47be-95fe-98e2741838bc" providerId="ADAL" clId="{F94D534F-D9A9-4812-B2B6-EE05B1A244AD}" dt="2026-01-26T12:02:20.376" v="61" actId="47"/>
        <pc:sldMkLst>
          <pc:docMk/>
          <pc:sldMk cId="913077506" sldId="259"/>
        </pc:sldMkLst>
        <pc:spChg chg="add mod">
          <ac:chgData name="Carl Hunter" userId="eae915aa-421e-47be-95fe-98e2741838bc" providerId="ADAL" clId="{F94D534F-D9A9-4812-B2B6-EE05B1A244AD}" dt="2026-01-26T12:01:04.906" v="36" actId="1076"/>
          <ac:spMkLst>
            <pc:docMk/>
            <pc:sldMk cId="913077506" sldId="259"/>
            <ac:spMk id="2" creationId="{61D12390-01A9-5F77-7841-F5167362D2FE}"/>
          </ac:spMkLst>
        </pc:spChg>
      </pc:sldChg>
      <pc:sldChg chg="addSp delSp modSp add mod ord">
        <pc:chgData name="Carl Hunter" userId="eae915aa-421e-47be-95fe-98e2741838bc" providerId="ADAL" clId="{F94D534F-D9A9-4812-B2B6-EE05B1A244AD}" dt="2026-01-26T16:41:44.116" v="415" actId="34135"/>
        <pc:sldMkLst>
          <pc:docMk/>
          <pc:sldMk cId="529782561" sldId="260"/>
        </pc:sldMkLst>
        <pc:spChg chg="del">
          <ac:chgData name="Carl Hunter" userId="eae915aa-421e-47be-95fe-98e2741838bc" providerId="ADAL" clId="{F94D534F-D9A9-4812-B2B6-EE05B1A244AD}" dt="2026-01-26T12:02:04.474" v="53" actId="478"/>
          <ac:spMkLst>
            <pc:docMk/>
            <pc:sldMk cId="529782561" sldId="260"/>
            <ac:spMk id="2" creationId="{CDA4FF48-D25A-A37C-B625-287A6BB1111E}"/>
          </ac:spMkLst>
        </pc:spChg>
        <pc:spChg chg="add del mod">
          <ac:chgData name="Carl Hunter" userId="eae915aa-421e-47be-95fe-98e2741838bc" providerId="ADAL" clId="{F94D534F-D9A9-4812-B2B6-EE05B1A244AD}" dt="2026-01-26T12:01:20.611" v="41" actId="478"/>
          <ac:spMkLst>
            <pc:docMk/>
            <pc:sldMk cId="529782561" sldId="260"/>
            <ac:spMk id="3" creationId="{DC9AB6FE-A587-FC06-3E7E-351CED58BA1F}"/>
          </ac:spMkLst>
        </pc:spChg>
        <pc:spChg chg="del">
          <ac:chgData name="Carl Hunter" userId="eae915aa-421e-47be-95fe-98e2741838bc" providerId="ADAL" clId="{F94D534F-D9A9-4812-B2B6-EE05B1A244AD}" dt="2026-01-26T12:01:41.160" v="44" actId="478"/>
          <ac:spMkLst>
            <pc:docMk/>
            <pc:sldMk cId="529782561" sldId="260"/>
            <ac:spMk id="4" creationId="{E0F4C0A7-DA0C-7372-90E8-9CFAFB033950}"/>
          </ac:spMkLst>
        </pc:spChg>
        <pc:spChg chg="del">
          <ac:chgData name="Carl Hunter" userId="eae915aa-421e-47be-95fe-98e2741838bc" providerId="ADAL" clId="{F94D534F-D9A9-4812-B2B6-EE05B1A244AD}" dt="2026-01-26T12:01:59.960" v="50" actId="478"/>
          <ac:spMkLst>
            <pc:docMk/>
            <pc:sldMk cId="529782561" sldId="260"/>
            <ac:spMk id="6" creationId="{F6C4429A-5056-1651-F837-4A97D04966BC}"/>
          </ac:spMkLst>
        </pc:spChg>
        <pc:spChg chg="add del mod">
          <ac:chgData name="Carl Hunter" userId="eae915aa-421e-47be-95fe-98e2741838bc" providerId="ADAL" clId="{F94D534F-D9A9-4812-B2B6-EE05B1A244AD}" dt="2026-01-26T15:46:08.383" v="199" actId="478"/>
          <ac:spMkLst>
            <pc:docMk/>
            <pc:sldMk cId="529782561" sldId="260"/>
            <ac:spMk id="14" creationId="{B1D228C0-DB64-B68B-AC16-8E8B13230F4D}"/>
          </ac:spMkLst>
        </pc:spChg>
        <pc:cxnChg chg="add mod">
          <ac:chgData name="Carl Hunter" userId="eae915aa-421e-47be-95fe-98e2741838bc" providerId="ADAL" clId="{F94D534F-D9A9-4812-B2B6-EE05B1A244AD}" dt="2026-01-26T16:41:44.116" v="415" actId="34135"/>
          <ac:cxnSpMkLst>
            <pc:docMk/>
            <pc:sldMk cId="529782561" sldId="260"/>
            <ac:cxnSpMk id="8" creationId="{37A08D67-7C08-FAF7-01A8-1C234EB46EB7}"/>
          </ac:cxnSpMkLst>
        </pc:cxnChg>
        <pc:cxnChg chg="add mod">
          <ac:chgData name="Carl Hunter" userId="eae915aa-421e-47be-95fe-98e2741838bc" providerId="ADAL" clId="{F94D534F-D9A9-4812-B2B6-EE05B1A244AD}" dt="2026-01-26T16:41:44.116" v="415" actId="34135"/>
          <ac:cxnSpMkLst>
            <pc:docMk/>
            <pc:sldMk cId="529782561" sldId="260"/>
            <ac:cxnSpMk id="9" creationId="{D517C469-DAED-F080-4C43-F6202215F4ED}"/>
          </ac:cxnSpMkLst>
        </pc:cxnChg>
        <pc:cxnChg chg="add mod">
          <ac:chgData name="Carl Hunter" userId="eae915aa-421e-47be-95fe-98e2741838bc" providerId="ADAL" clId="{F94D534F-D9A9-4812-B2B6-EE05B1A244AD}" dt="2026-01-26T16:41:44.116" v="415" actId="34135"/>
          <ac:cxnSpMkLst>
            <pc:docMk/>
            <pc:sldMk cId="529782561" sldId="260"/>
            <ac:cxnSpMk id="13" creationId="{B360D30B-8E25-16B9-B8F4-E9A32B280FAC}"/>
          </ac:cxnSpMkLst>
        </pc:cxnChg>
      </pc:sldChg>
      <pc:sldChg chg="addSp delSp modSp add mod">
        <pc:chgData name="Carl Hunter" userId="eae915aa-421e-47be-95fe-98e2741838bc" providerId="ADAL" clId="{F94D534F-D9A9-4812-B2B6-EE05B1A244AD}" dt="2026-01-26T16:41:51.490" v="416" actId="34135"/>
        <pc:sldMkLst>
          <pc:docMk/>
          <pc:sldMk cId="1862316457" sldId="261"/>
        </pc:sldMkLst>
        <pc:spChg chg="add del mod">
          <ac:chgData name="Carl Hunter" userId="eae915aa-421e-47be-95fe-98e2741838bc" providerId="ADAL" clId="{F94D534F-D9A9-4812-B2B6-EE05B1A244AD}" dt="2026-01-26T15:46:04.951" v="195" actId="478"/>
          <ac:spMkLst>
            <pc:docMk/>
            <pc:sldMk cId="1862316457" sldId="261"/>
            <ac:spMk id="4" creationId="{A824CF75-5AC9-79F8-EA26-DB540155764F}"/>
          </ac:spMkLst>
        </pc:spChg>
        <pc:spChg chg="add del mod">
          <ac:chgData name="Carl Hunter" userId="eae915aa-421e-47be-95fe-98e2741838bc" providerId="ADAL" clId="{F94D534F-D9A9-4812-B2B6-EE05B1A244AD}" dt="2026-01-26T15:46:05.455" v="196" actId="478"/>
          <ac:spMkLst>
            <pc:docMk/>
            <pc:sldMk cId="1862316457" sldId="261"/>
            <ac:spMk id="6" creationId="{593949FD-33C2-A0E6-6833-423C85927238}"/>
          </ac:spMkLst>
        </pc:spChg>
        <pc:spChg chg="add del mod">
          <ac:chgData name="Carl Hunter" userId="eae915aa-421e-47be-95fe-98e2741838bc" providerId="ADAL" clId="{F94D534F-D9A9-4812-B2B6-EE05B1A244AD}" dt="2026-01-26T15:46:06.558" v="198" actId="478"/>
          <ac:spMkLst>
            <pc:docMk/>
            <pc:sldMk cId="1862316457" sldId="261"/>
            <ac:spMk id="7" creationId="{47E575EA-DA8B-0E7D-C8F0-668553F7A303}"/>
          </ac:spMkLst>
        </pc:spChg>
        <pc:spChg chg="add del mod">
          <ac:chgData name="Carl Hunter" userId="eae915aa-421e-47be-95fe-98e2741838bc" providerId="ADAL" clId="{F94D534F-D9A9-4812-B2B6-EE05B1A244AD}" dt="2026-01-26T15:46:05.974" v="197" actId="478"/>
          <ac:spMkLst>
            <pc:docMk/>
            <pc:sldMk cId="1862316457" sldId="261"/>
            <ac:spMk id="10" creationId="{5AE56196-589D-1EAC-3C04-BDA644E3DD69}"/>
          </ac:spMkLst>
        </pc:spChg>
        <pc:spChg chg="add del mod">
          <ac:chgData name="Carl Hunter" userId="eae915aa-421e-47be-95fe-98e2741838bc" providerId="ADAL" clId="{F94D534F-D9A9-4812-B2B6-EE05B1A244AD}" dt="2026-01-26T15:46:02.703" v="193" actId="478"/>
          <ac:spMkLst>
            <pc:docMk/>
            <pc:sldMk cId="1862316457" sldId="261"/>
            <ac:spMk id="11" creationId="{67CE0082-1C37-E50F-3DEB-46DECC3BCCFE}"/>
          </ac:spMkLst>
        </pc:spChg>
        <pc:spChg chg="add del mod">
          <ac:chgData name="Carl Hunter" userId="eae915aa-421e-47be-95fe-98e2741838bc" providerId="ADAL" clId="{F94D534F-D9A9-4812-B2B6-EE05B1A244AD}" dt="2026-01-26T15:46:04.214" v="194" actId="478"/>
          <ac:spMkLst>
            <pc:docMk/>
            <pc:sldMk cId="1862316457" sldId="261"/>
            <ac:spMk id="12" creationId="{10BE11D1-9BA8-F25C-9868-3D5A060CB562}"/>
          </ac:spMkLst>
        </pc:spChg>
        <pc:spChg chg="add del mod">
          <ac:chgData name="Carl Hunter" userId="eae915aa-421e-47be-95fe-98e2741838bc" providerId="ADAL" clId="{F94D534F-D9A9-4812-B2B6-EE05B1A244AD}" dt="2026-01-26T15:46:04.214" v="194" actId="478"/>
          <ac:spMkLst>
            <pc:docMk/>
            <pc:sldMk cId="1862316457" sldId="261"/>
            <ac:spMk id="14" creationId="{3BA9D91A-84FF-B17C-4604-7FD5F9F4770B}"/>
          </ac:spMkLst>
        </pc:spChg>
        <pc:spChg chg="add del mod">
          <ac:chgData name="Carl Hunter" userId="eae915aa-421e-47be-95fe-98e2741838bc" providerId="ADAL" clId="{F94D534F-D9A9-4812-B2B6-EE05B1A244AD}" dt="2026-01-26T15:46:04.214" v="194" actId="478"/>
          <ac:spMkLst>
            <pc:docMk/>
            <pc:sldMk cId="1862316457" sldId="261"/>
            <ac:spMk id="15" creationId="{DEF12A27-49BB-3CA0-A629-A441B99D674C}"/>
          </ac:spMkLst>
        </pc:spChg>
        <pc:spChg chg="add del mod">
          <ac:chgData name="Carl Hunter" userId="eae915aa-421e-47be-95fe-98e2741838bc" providerId="ADAL" clId="{F94D534F-D9A9-4812-B2B6-EE05B1A244AD}" dt="2026-01-26T15:45:59.848" v="189" actId="478"/>
          <ac:spMkLst>
            <pc:docMk/>
            <pc:sldMk cId="1862316457" sldId="261"/>
            <ac:spMk id="16" creationId="{ADD517A4-E849-8FCB-D11C-4E39D000F4BC}"/>
          </ac:spMkLst>
        </pc:spChg>
        <pc:spChg chg="add del mod">
          <ac:chgData name="Carl Hunter" userId="eae915aa-421e-47be-95fe-98e2741838bc" providerId="ADAL" clId="{F94D534F-D9A9-4812-B2B6-EE05B1A244AD}" dt="2026-01-26T15:46:01.750" v="192" actId="478"/>
          <ac:spMkLst>
            <pc:docMk/>
            <pc:sldMk cId="1862316457" sldId="261"/>
            <ac:spMk id="17" creationId="{841063A7-95FF-883F-3FCB-D4388F6EDE8A}"/>
          </ac:spMkLst>
        </pc:spChg>
        <pc:spChg chg="add del mod">
          <ac:chgData name="Carl Hunter" userId="eae915aa-421e-47be-95fe-98e2741838bc" providerId="ADAL" clId="{F94D534F-D9A9-4812-B2B6-EE05B1A244AD}" dt="2026-01-26T15:46:00.848" v="191" actId="478"/>
          <ac:spMkLst>
            <pc:docMk/>
            <pc:sldMk cId="1862316457" sldId="261"/>
            <ac:spMk id="18" creationId="{2C48E429-179E-47CE-B0AC-645B5889BCE1}"/>
          </ac:spMkLst>
        </pc:spChg>
        <pc:spChg chg="add del mod">
          <ac:chgData name="Carl Hunter" userId="eae915aa-421e-47be-95fe-98e2741838bc" providerId="ADAL" clId="{F94D534F-D9A9-4812-B2B6-EE05B1A244AD}" dt="2026-01-26T15:46:04.214" v="194" actId="478"/>
          <ac:spMkLst>
            <pc:docMk/>
            <pc:sldMk cId="1862316457" sldId="261"/>
            <ac:spMk id="19" creationId="{7CB33FF8-E05A-7CF4-7FF9-E90E83F584B2}"/>
          </ac:spMkLst>
        </pc:spChg>
        <pc:spChg chg="add del mod">
          <ac:chgData name="Carl Hunter" userId="eae915aa-421e-47be-95fe-98e2741838bc" providerId="ADAL" clId="{F94D534F-D9A9-4812-B2B6-EE05B1A244AD}" dt="2026-01-26T15:46:04.214" v="194" actId="478"/>
          <ac:spMkLst>
            <pc:docMk/>
            <pc:sldMk cId="1862316457" sldId="261"/>
            <ac:spMk id="20" creationId="{BE0B53B5-AD2F-5535-FEEA-780B237EAE1E}"/>
          </ac:spMkLst>
        </pc:spChg>
        <pc:spChg chg="add del mod">
          <ac:chgData name="Carl Hunter" userId="eae915aa-421e-47be-95fe-98e2741838bc" providerId="ADAL" clId="{F94D534F-D9A9-4812-B2B6-EE05B1A244AD}" dt="2026-01-26T15:46:04.214" v="194" actId="478"/>
          <ac:spMkLst>
            <pc:docMk/>
            <pc:sldMk cId="1862316457" sldId="261"/>
            <ac:spMk id="21" creationId="{FEB8B734-A4B2-DF0E-CAF3-1C7D71958A66}"/>
          </ac:spMkLst>
        </pc:spChg>
        <pc:cxnChg chg="add mod">
          <ac:chgData name="Carl Hunter" userId="eae915aa-421e-47be-95fe-98e2741838bc" providerId="ADAL" clId="{F94D534F-D9A9-4812-B2B6-EE05B1A244AD}" dt="2026-01-26T16:41:51.490" v="416" actId="34135"/>
          <ac:cxnSpMkLst>
            <pc:docMk/>
            <pc:sldMk cId="1862316457" sldId="261"/>
            <ac:cxnSpMk id="2" creationId="{D324FA57-1EBC-5118-9487-919A59F6083B}"/>
          </ac:cxnSpMkLst>
        </pc:cxnChg>
        <pc:cxnChg chg="mod">
          <ac:chgData name="Carl Hunter" userId="eae915aa-421e-47be-95fe-98e2741838bc" providerId="ADAL" clId="{F94D534F-D9A9-4812-B2B6-EE05B1A244AD}" dt="2026-01-26T16:41:51.490" v="416" actId="34135"/>
          <ac:cxnSpMkLst>
            <pc:docMk/>
            <pc:sldMk cId="1862316457" sldId="261"/>
            <ac:cxnSpMk id="8" creationId="{ED3E0387-68F8-DC00-38C0-496CE73D4257}"/>
          </ac:cxnSpMkLst>
        </pc:cxnChg>
        <pc:cxnChg chg="mod">
          <ac:chgData name="Carl Hunter" userId="eae915aa-421e-47be-95fe-98e2741838bc" providerId="ADAL" clId="{F94D534F-D9A9-4812-B2B6-EE05B1A244AD}" dt="2026-01-26T16:41:51.490" v="416" actId="34135"/>
          <ac:cxnSpMkLst>
            <pc:docMk/>
            <pc:sldMk cId="1862316457" sldId="261"/>
            <ac:cxnSpMk id="9" creationId="{944957AD-A5C7-D29E-31A2-54F69A3A4764}"/>
          </ac:cxnSpMkLst>
        </pc:cxnChg>
        <pc:cxnChg chg="mod">
          <ac:chgData name="Carl Hunter" userId="eae915aa-421e-47be-95fe-98e2741838bc" providerId="ADAL" clId="{F94D534F-D9A9-4812-B2B6-EE05B1A244AD}" dt="2026-01-26T16:41:51.490" v="416" actId="34135"/>
          <ac:cxnSpMkLst>
            <pc:docMk/>
            <pc:sldMk cId="1862316457" sldId="261"/>
            <ac:cxnSpMk id="13" creationId="{CB26D272-CFA1-66FB-BF03-01108872E8E0}"/>
          </ac:cxnSpMkLst>
        </pc:cxnChg>
      </pc:sldChg>
      <pc:sldChg chg="addSp delSp modSp add mod ord">
        <pc:chgData name="Carl Hunter" userId="eae915aa-421e-47be-95fe-98e2741838bc" providerId="ADAL" clId="{F94D534F-D9A9-4812-B2B6-EE05B1A244AD}" dt="2026-01-26T16:41:38.305" v="414" actId="34135"/>
        <pc:sldMkLst>
          <pc:docMk/>
          <pc:sldMk cId="509371493" sldId="262"/>
        </pc:sldMkLst>
        <pc:spChg chg="add mod">
          <ac:chgData name="Carl Hunter" userId="eae915aa-421e-47be-95fe-98e2741838bc" providerId="ADAL" clId="{F94D534F-D9A9-4812-B2B6-EE05B1A244AD}" dt="2026-01-26T14:31:41.456" v="113"/>
          <ac:spMkLst>
            <pc:docMk/>
            <pc:sldMk cId="509371493" sldId="262"/>
            <ac:spMk id="2" creationId="{13D19A7F-CCB5-9A7C-5EB7-C237E98860E2}"/>
          </ac:spMkLst>
        </pc:spChg>
        <pc:spChg chg="add mod">
          <ac:chgData name="Carl Hunter" userId="eae915aa-421e-47be-95fe-98e2741838bc" providerId="ADAL" clId="{F94D534F-D9A9-4812-B2B6-EE05B1A244AD}" dt="2026-01-26T14:31:41.456" v="113"/>
          <ac:spMkLst>
            <pc:docMk/>
            <pc:sldMk cId="509371493" sldId="262"/>
            <ac:spMk id="3" creationId="{775FC28E-8257-37E3-B1AF-1E2889F4D24A}"/>
          </ac:spMkLst>
        </pc:spChg>
        <pc:spChg chg="add mod">
          <ac:chgData name="Carl Hunter" userId="eae915aa-421e-47be-95fe-98e2741838bc" providerId="ADAL" clId="{F94D534F-D9A9-4812-B2B6-EE05B1A244AD}" dt="2026-01-26T14:31:41.456" v="113"/>
          <ac:spMkLst>
            <pc:docMk/>
            <pc:sldMk cId="509371493" sldId="262"/>
            <ac:spMk id="4" creationId="{65D2B687-C071-F9AA-ED12-7F62E1D56315}"/>
          </ac:spMkLst>
        </pc:spChg>
        <pc:spChg chg="add mod">
          <ac:chgData name="Carl Hunter" userId="eae915aa-421e-47be-95fe-98e2741838bc" providerId="ADAL" clId="{F94D534F-D9A9-4812-B2B6-EE05B1A244AD}" dt="2026-01-26T14:31:41.456" v="113"/>
          <ac:spMkLst>
            <pc:docMk/>
            <pc:sldMk cId="509371493" sldId="262"/>
            <ac:spMk id="6" creationId="{DCD6450C-3AF9-4E50-BDD8-B9C91B7D093A}"/>
          </ac:spMkLst>
        </pc:spChg>
        <pc:cxnChg chg="mod">
          <ac:chgData name="Carl Hunter" userId="eae915aa-421e-47be-95fe-98e2741838bc" providerId="ADAL" clId="{F94D534F-D9A9-4812-B2B6-EE05B1A244AD}" dt="2026-01-26T16:41:38.305" v="414" actId="34135"/>
          <ac:cxnSpMkLst>
            <pc:docMk/>
            <pc:sldMk cId="509371493" sldId="262"/>
            <ac:cxnSpMk id="8" creationId="{213B6C67-346C-A321-31F4-2AA3B6ACFDB9}"/>
          </ac:cxnSpMkLst>
        </pc:cxnChg>
        <pc:cxnChg chg="del">
          <ac:chgData name="Carl Hunter" userId="eae915aa-421e-47be-95fe-98e2741838bc" providerId="ADAL" clId="{F94D534F-D9A9-4812-B2B6-EE05B1A244AD}" dt="2026-01-26T12:02:39.176" v="69" actId="478"/>
          <ac:cxnSpMkLst>
            <pc:docMk/>
            <pc:sldMk cId="509371493" sldId="262"/>
            <ac:cxnSpMk id="9" creationId="{CD603EB9-8BA3-7CD4-6A92-B2B84A861AF4}"/>
          </ac:cxnSpMkLst>
        </pc:cxnChg>
        <pc:cxnChg chg="mod">
          <ac:chgData name="Carl Hunter" userId="eae915aa-421e-47be-95fe-98e2741838bc" providerId="ADAL" clId="{F94D534F-D9A9-4812-B2B6-EE05B1A244AD}" dt="2026-01-26T16:41:38.305" v="414" actId="34135"/>
          <ac:cxnSpMkLst>
            <pc:docMk/>
            <pc:sldMk cId="509371493" sldId="262"/>
            <ac:cxnSpMk id="13" creationId="{FDD68E8A-5230-0717-AA24-01B539AC8126}"/>
          </ac:cxnSpMkLst>
        </pc:cxnChg>
      </pc:sldChg>
      <pc:sldChg chg="addSp delSp modSp add del mod">
        <pc:chgData name="Carl Hunter" userId="eae915aa-421e-47be-95fe-98e2741838bc" providerId="ADAL" clId="{F94D534F-D9A9-4812-B2B6-EE05B1A244AD}" dt="2026-01-26T16:42:18.133" v="422" actId="34135"/>
        <pc:sldMkLst>
          <pc:docMk/>
          <pc:sldMk cId="3259602941" sldId="263"/>
        </pc:sldMkLst>
        <pc:spChg chg="add del mod">
          <ac:chgData name="Carl Hunter" userId="eae915aa-421e-47be-95fe-98e2741838bc" providerId="ADAL" clId="{F94D534F-D9A9-4812-B2B6-EE05B1A244AD}" dt="2026-01-26T15:45:52.552" v="187" actId="478"/>
          <ac:spMkLst>
            <pc:docMk/>
            <pc:sldMk cId="3259602941" sldId="263"/>
            <ac:spMk id="4" creationId="{4263D78D-45AD-E442-9F7E-EE4C13BFDA3F}"/>
          </ac:spMkLst>
        </pc:spChg>
        <pc:spChg chg="add del mod">
          <ac:chgData name="Carl Hunter" userId="eae915aa-421e-47be-95fe-98e2741838bc" providerId="ADAL" clId="{F94D534F-D9A9-4812-B2B6-EE05B1A244AD}" dt="2026-01-26T14:31:07.194" v="104" actId="478"/>
          <ac:spMkLst>
            <pc:docMk/>
            <pc:sldMk cId="3259602941" sldId="263"/>
            <ac:spMk id="6" creationId="{388C0EDE-2150-68D0-5573-89CFE6E15C92}"/>
          </ac:spMkLst>
        </pc:spChg>
        <pc:spChg chg="add del mod">
          <ac:chgData name="Carl Hunter" userId="eae915aa-421e-47be-95fe-98e2741838bc" providerId="ADAL" clId="{F94D534F-D9A9-4812-B2B6-EE05B1A244AD}" dt="2026-01-26T15:45:51.887" v="186" actId="478"/>
          <ac:spMkLst>
            <pc:docMk/>
            <pc:sldMk cId="3259602941" sldId="263"/>
            <ac:spMk id="7" creationId="{E4872B58-4520-7CE9-7688-98592CE208E9}"/>
          </ac:spMkLst>
        </pc:spChg>
        <pc:cxnChg chg="mod">
          <ac:chgData name="Carl Hunter" userId="eae915aa-421e-47be-95fe-98e2741838bc" providerId="ADAL" clId="{F94D534F-D9A9-4812-B2B6-EE05B1A244AD}" dt="2026-01-26T14:30:49.485" v="99" actId="1076"/>
          <ac:cxnSpMkLst>
            <pc:docMk/>
            <pc:sldMk cId="3259602941" sldId="263"/>
            <ac:cxnSpMk id="2" creationId="{2F044934-18EF-DA0E-CCB0-027226CD1E20}"/>
          </ac:cxnSpMkLst>
        </pc:cxnChg>
        <pc:cxnChg chg="mod">
          <ac:chgData name="Carl Hunter" userId="eae915aa-421e-47be-95fe-98e2741838bc" providerId="ADAL" clId="{F94D534F-D9A9-4812-B2B6-EE05B1A244AD}" dt="2026-01-26T16:42:18.133" v="422" actId="34135"/>
          <ac:cxnSpMkLst>
            <pc:docMk/>
            <pc:sldMk cId="3259602941" sldId="263"/>
            <ac:cxnSpMk id="8" creationId="{981C4514-6FAA-F226-C1A4-BB88DF236BC1}"/>
          </ac:cxnSpMkLst>
        </pc:cxnChg>
        <pc:cxnChg chg="mod">
          <ac:chgData name="Carl Hunter" userId="eae915aa-421e-47be-95fe-98e2741838bc" providerId="ADAL" clId="{F94D534F-D9A9-4812-B2B6-EE05B1A244AD}" dt="2026-01-26T14:31:23.676" v="109" actId="1076"/>
          <ac:cxnSpMkLst>
            <pc:docMk/>
            <pc:sldMk cId="3259602941" sldId="263"/>
            <ac:cxnSpMk id="9" creationId="{5BF6A143-5196-D4DF-EA56-C53776CCF188}"/>
          </ac:cxnSpMkLst>
        </pc:cxnChg>
        <pc:cxnChg chg="del">
          <ac:chgData name="Carl Hunter" userId="eae915aa-421e-47be-95fe-98e2741838bc" providerId="ADAL" clId="{F94D534F-D9A9-4812-B2B6-EE05B1A244AD}" dt="2026-01-26T12:07:09.151" v="73" actId="478"/>
          <ac:cxnSpMkLst>
            <pc:docMk/>
            <pc:sldMk cId="3259602941" sldId="263"/>
            <ac:cxnSpMk id="13" creationId="{FD115A5F-83C5-6F22-F752-CE72837BE8A9}"/>
          </ac:cxnSpMkLst>
        </pc:cxnChg>
      </pc:sldChg>
      <pc:sldChg chg="delSp modSp add mod ord">
        <pc:chgData name="Carl Hunter" userId="eae915aa-421e-47be-95fe-98e2741838bc" providerId="ADAL" clId="{F94D534F-D9A9-4812-B2B6-EE05B1A244AD}" dt="2026-01-26T16:42:14.861" v="421" actId="34135"/>
        <pc:sldMkLst>
          <pc:docMk/>
          <pc:sldMk cId="3122499767" sldId="264"/>
        </pc:sldMkLst>
        <pc:cxnChg chg="mod">
          <ac:chgData name="Carl Hunter" userId="eae915aa-421e-47be-95fe-98e2741838bc" providerId="ADAL" clId="{F94D534F-D9A9-4812-B2B6-EE05B1A244AD}" dt="2026-01-26T16:42:14.861" v="421" actId="34135"/>
          <ac:cxnSpMkLst>
            <pc:docMk/>
            <pc:sldMk cId="3122499767" sldId="264"/>
            <ac:cxnSpMk id="8" creationId="{75E7281B-3B5F-A3DB-08C5-B7F370C7C3E9}"/>
          </ac:cxnSpMkLst>
        </pc:cxnChg>
        <pc:cxnChg chg="mod">
          <ac:chgData name="Carl Hunter" userId="eae915aa-421e-47be-95fe-98e2741838bc" providerId="ADAL" clId="{F94D534F-D9A9-4812-B2B6-EE05B1A244AD}" dt="2026-01-26T12:07:26.902" v="80" actId="1076"/>
          <ac:cxnSpMkLst>
            <pc:docMk/>
            <pc:sldMk cId="3122499767" sldId="264"/>
            <ac:cxnSpMk id="9" creationId="{853E4CF0-7E45-9051-23B3-FBF4EAF073AD}"/>
          </ac:cxnSpMkLst>
        </pc:cxnChg>
        <pc:cxnChg chg="del">
          <ac:chgData name="Carl Hunter" userId="eae915aa-421e-47be-95fe-98e2741838bc" providerId="ADAL" clId="{F94D534F-D9A9-4812-B2B6-EE05B1A244AD}" dt="2026-01-26T12:07:24.206" v="79" actId="478"/>
          <ac:cxnSpMkLst>
            <pc:docMk/>
            <pc:sldMk cId="3122499767" sldId="264"/>
            <ac:cxnSpMk id="13" creationId="{E2BE4D10-E6F8-1C63-2177-3A622D5A3448}"/>
          </ac:cxnSpMkLst>
        </pc:cxnChg>
      </pc:sldChg>
      <pc:sldChg chg="delSp modSp add mod ord">
        <pc:chgData name="Carl Hunter" userId="eae915aa-421e-47be-95fe-98e2741838bc" providerId="ADAL" clId="{F94D534F-D9A9-4812-B2B6-EE05B1A244AD}" dt="2026-01-26T16:42:06.636" v="419" actId="34135"/>
        <pc:sldMkLst>
          <pc:docMk/>
          <pc:sldMk cId="473246096" sldId="265"/>
        </pc:sldMkLst>
        <pc:cxnChg chg="mod">
          <ac:chgData name="Carl Hunter" userId="eae915aa-421e-47be-95fe-98e2741838bc" providerId="ADAL" clId="{F94D534F-D9A9-4812-B2B6-EE05B1A244AD}" dt="2026-01-26T16:42:06.636" v="419" actId="34135"/>
          <ac:cxnSpMkLst>
            <pc:docMk/>
            <pc:sldMk cId="473246096" sldId="265"/>
            <ac:cxnSpMk id="8" creationId="{C4587D53-CF53-78D5-6495-7F139650C840}"/>
          </ac:cxnSpMkLst>
        </pc:cxnChg>
        <pc:cxnChg chg="del">
          <ac:chgData name="Carl Hunter" userId="eae915aa-421e-47be-95fe-98e2741838bc" providerId="ADAL" clId="{F94D534F-D9A9-4812-B2B6-EE05B1A244AD}" dt="2026-01-26T12:07:33.286" v="84" actId="478"/>
          <ac:cxnSpMkLst>
            <pc:docMk/>
            <pc:sldMk cId="473246096" sldId="265"/>
            <ac:cxnSpMk id="13" creationId="{F9789845-BB56-6F10-F4BE-F835AC69E013}"/>
          </ac:cxnSpMkLst>
        </pc:cxnChg>
      </pc:sldChg>
      <pc:sldChg chg="delSp modSp add mod ord">
        <pc:chgData name="Carl Hunter" userId="eae915aa-421e-47be-95fe-98e2741838bc" providerId="ADAL" clId="{F94D534F-D9A9-4812-B2B6-EE05B1A244AD}" dt="2026-01-26T16:41:20.713" v="412" actId="34135"/>
        <pc:sldMkLst>
          <pc:docMk/>
          <pc:sldMk cId="3417641650" sldId="266"/>
        </pc:sldMkLst>
        <pc:spChg chg="mod">
          <ac:chgData name="Carl Hunter" userId="eae915aa-421e-47be-95fe-98e2741838bc" providerId="ADAL" clId="{F94D534F-D9A9-4812-B2B6-EE05B1A244AD}" dt="2026-01-26T15:47:16.174" v="208" actId="13822"/>
          <ac:spMkLst>
            <pc:docMk/>
            <pc:sldMk cId="3417641650" sldId="266"/>
            <ac:spMk id="4" creationId="{8BFF1611-C2E0-6650-4E29-DEE98A37BB6D}"/>
          </ac:spMkLst>
        </pc:spChg>
        <pc:spChg chg="mod">
          <ac:chgData name="Carl Hunter" userId="eae915aa-421e-47be-95fe-98e2741838bc" providerId="ADAL" clId="{F94D534F-D9A9-4812-B2B6-EE05B1A244AD}" dt="2026-01-26T15:47:16.174" v="208" actId="13822"/>
          <ac:spMkLst>
            <pc:docMk/>
            <pc:sldMk cId="3417641650" sldId="266"/>
            <ac:spMk id="6" creationId="{BECBC9D2-9926-078A-D152-02E6189CACE1}"/>
          </ac:spMkLst>
        </pc:spChg>
        <pc:spChg chg="mod">
          <ac:chgData name="Carl Hunter" userId="eae915aa-421e-47be-95fe-98e2741838bc" providerId="ADAL" clId="{F94D534F-D9A9-4812-B2B6-EE05B1A244AD}" dt="2026-01-26T15:47:16.174" v="208" actId="13822"/>
          <ac:spMkLst>
            <pc:docMk/>
            <pc:sldMk cId="3417641650" sldId="266"/>
            <ac:spMk id="7" creationId="{F074EC72-E836-7F47-0924-A65B14F25097}"/>
          </ac:spMkLst>
        </pc:spChg>
        <pc:spChg chg="mod">
          <ac:chgData name="Carl Hunter" userId="eae915aa-421e-47be-95fe-98e2741838bc" providerId="ADAL" clId="{F94D534F-D9A9-4812-B2B6-EE05B1A244AD}" dt="2026-01-26T15:47:45.981" v="220" actId="13822"/>
          <ac:spMkLst>
            <pc:docMk/>
            <pc:sldMk cId="3417641650" sldId="266"/>
            <ac:spMk id="10" creationId="{0C3C7664-4447-8F6E-FDD8-B5B71687A657}"/>
          </ac:spMkLst>
        </pc:spChg>
        <pc:spChg chg="mod">
          <ac:chgData name="Carl Hunter" userId="eae915aa-421e-47be-95fe-98e2741838bc" providerId="ADAL" clId="{F94D534F-D9A9-4812-B2B6-EE05B1A244AD}" dt="2026-01-26T15:47:25.405" v="210" actId="34136"/>
          <ac:spMkLst>
            <pc:docMk/>
            <pc:sldMk cId="3417641650" sldId="266"/>
            <ac:spMk id="11" creationId="{46BB86A9-2F30-DC65-3FD2-96DB01108B75}"/>
          </ac:spMkLst>
        </pc:spChg>
        <pc:spChg chg="mod">
          <ac:chgData name="Carl Hunter" userId="eae915aa-421e-47be-95fe-98e2741838bc" providerId="ADAL" clId="{F94D534F-D9A9-4812-B2B6-EE05B1A244AD}" dt="2026-01-26T16:38:46.805" v="353" actId="1036"/>
          <ac:spMkLst>
            <pc:docMk/>
            <pc:sldMk cId="3417641650" sldId="266"/>
            <ac:spMk id="14" creationId="{67272D5C-2E72-9A6C-C4CF-06329DF716DC}"/>
          </ac:spMkLst>
        </pc:spChg>
        <pc:spChg chg="mod">
          <ac:chgData name="Carl Hunter" userId="eae915aa-421e-47be-95fe-98e2741838bc" providerId="ADAL" clId="{F94D534F-D9A9-4812-B2B6-EE05B1A244AD}" dt="2026-01-26T16:38:49.533" v="358" actId="1036"/>
          <ac:spMkLst>
            <pc:docMk/>
            <pc:sldMk cId="3417641650" sldId="266"/>
            <ac:spMk id="15" creationId="{0EC77910-EF59-6DD0-09D1-04A0B41A7A54}"/>
          </ac:spMkLst>
        </pc:spChg>
        <pc:spChg chg="mod">
          <ac:chgData name="Carl Hunter" userId="eae915aa-421e-47be-95fe-98e2741838bc" providerId="ADAL" clId="{F94D534F-D9A9-4812-B2B6-EE05B1A244AD}" dt="2026-01-26T16:37:41.419" v="331" actId="1076"/>
          <ac:spMkLst>
            <pc:docMk/>
            <pc:sldMk cId="3417641650" sldId="266"/>
            <ac:spMk id="16" creationId="{B2A2095F-C4A4-CA9F-44FD-19B62E1E07F0}"/>
          </ac:spMkLst>
        </pc:spChg>
        <pc:spChg chg="mod">
          <ac:chgData name="Carl Hunter" userId="eae915aa-421e-47be-95fe-98e2741838bc" providerId="ADAL" clId="{F94D534F-D9A9-4812-B2B6-EE05B1A244AD}" dt="2026-01-26T15:47:02.107" v="206" actId="13822"/>
          <ac:spMkLst>
            <pc:docMk/>
            <pc:sldMk cId="3417641650" sldId="266"/>
            <ac:spMk id="17" creationId="{9F2C6D3E-482A-0DFF-5E36-D0ABA84BC170}"/>
          </ac:spMkLst>
        </pc:spChg>
        <pc:spChg chg="mod">
          <ac:chgData name="Carl Hunter" userId="eae915aa-421e-47be-95fe-98e2741838bc" providerId="ADAL" clId="{F94D534F-D9A9-4812-B2B6-EE05B1A244AD}" dt="2026-01-26T15:47:02.107" v="206" actId="13822"/>
          <ac:spMkLst>
            <pc:docMk/>
            <pc:sldMk cId="3417641650" sldId="266"/>
            <ac:spMk id="18" creationId="{4A2EF53B-537C-7729-DDCB-6C4847A44128}"/>
          </ac:spMkLst>
        </pc:spChg>
        <pc:spChg chg="del">
          <ac:chgData name="Carl Hunter" userId="eae915aa-421e-47be-95fe-98e2741838bc" providerId="ADAL" clId="{F94D534F-D9A9-4812-B2B6-EE05B1A244AD}" dt="2026-01-26T16:38:43.621" v="348" actId="478"/>
          <ac:spMkLst>
            <pc:docMk/>
            <pc:sldMk cId="3417641650" sldId="266"/>
            <ac:spMk id="19" creationId="{60DD1E4F-9592-7FC1-316C-5059ACAB29AA}"/>
          </ac:spMkLst>
        </pc:spChg>
        <pc:spChg chg="del">
          <ac:chgData name="Carl Hunter" userId="eae915aa-421e-47be-95fe-98e2741838bc" providerId="ADAL" clId="{F94D534F-D9A9-4812-B2B6-EE05B1A244AD}" dt="2026-01-26T16:38:43.621" v="348" actId="478"/>
          <ac:spMkLst>
            <pc:docMk/>
            <pc:sldMk cId="3417641650" sldId="266"/>
            <ac:spMk id="20" creationId="{C007BF44-0E38-CAC3-20E6-595604B35961}"/>
          </ac:spMkLst>
        </pc:spChg>
        <pc:spChg chg="del">
          <ac:chgData name="Carl Hunter" userId="eae915aa-421e-47be-95fe-98e2741838bc" providerId="ADAL" clId="{F94D534F-D9A9-4812-B2B6-EE05B1A244AD}" dt="2026-01-26T16:38:43.621" v="348" actId="478"/>
          <ac:spMkLst>
            <pc:docMk/>
            <pc:sldMk cId="3417641650" sldId="266"/>
            <ac:spMk id="21" creationId="{54F133A0-7493-3AB3-CD9B-1FAEC49F5DEB}"/>
          </ac:spMkLst>
        </pc:spChg>
        <pc:cxnChg chg="mod">
          <ac:chgData name="Carl Hunter" userId="eae915aa-421e-47be-95fe-98e2741838bc" providerId="ADAL" clId="{F94D534F-D9A9-4812-B2B6-EE05B1A244AD}" dt="2026-01-26T16:41:18.726" v="411" actId="34135"/>
          <ac:cxnSpMkLst>
            <pc:docMk/>
            <pc:sldMk cId="3417641650" sldId="266"/>
            <ac:cxnSpMk id="8" creationId="{9DF24616-F60C-1F55-5C90-D1887FCD3044}"/>
          </ac:cxnSpMkLst>
        </pc:cxnChg>
        <pc:cxnChg chg="mod">
          <ac:chgData name="Carl Hunter" userId="eae915aa-421e-47be-95fe-98e2741838bc" providerId="ADAL" clId="{F94D534F-D9A9-4812-B2B6-EE05B1A244AD}" dt="2026-01-26T16:41:20.713" v="412" actId="34135"/>
          <ac:cxnSpMkLst>
            <pc:docMk/>
            <pc:sldMk cId="3417641650" sldId="266"/>
            <ac:cxnSpMk id="13" creationId="{5CD07F77-3E0A-9F36-4BCA-8C6BA614266B}"/>
          </ac:cxnSpMkLst>
        </pc:cxnChg>
      </pc:sldChg>
      <pc:sldChg chg="modSp add mod">
        <pc:chgData name="Carl Hunter" userId="eae915aa-421e-47be-95fe-98e2741838bc" providerId="ADAL" clId="{F94D534F-D9A9-4812-B2B6-EE05B1A244AD}" dt="2026-01-26T16:41:57.182" v="417" actId="34135"/>
        <pc:sldMkLst>
          <pc:docMk/>
          <pc:sldMk cId="1408231911" sldId="267"/>
        </pc:sldMkLst>
        <pc:cxnChg chg="mod">
          <ac:chgData name="Carl Hunter" userId="eae915aa-421e-47be-95fe-98e2741838bc" providerId="ADAL" clId="{F94D534F-D9A9-4812-B2B6-EE05B1A244AD}" dt="2026-01-26T16:41:57.182" v="417" actId="34135"/>
          <ac:cxnSpMkLst>
            <pc:docMk/>
            <pc:sldMk cId="1408231911" sldId="267"/>
            <ac:cxnSpMk id="2" creationId="{4C7382B3-1782-7B75-D245-421A9B9CFC72}"/>
          </ac:cxnSpMkLst>
        </pc:cxnChg>
        <pc:cxnChg chg="mod">
          <ac:chgData name="Carl Hunter" userId="eae915aa-421e-47be-95fe-98e2741838bc" providerId="ADAL" clId="{F94D534F-D9A9-4812-B2B6-EE05B1A244AD}" dt="2026-01-26T16:41:57.182" v="417" actId="34135"/>
          <ac:cxnSpMkLst>
            <pc:docMk/>
            <pc:sldMk cId="1408231911" sldId="267"/>
            <ac:cxnSpMk id="8" creationId="{4A8C5D1A-AB97-933B-2622-303495D932EA}"/>
          </ac:cxnSpMkLst>
        </pc:cxnChg>
        <pc:cxnChg chg="mod">
          <ac:chgData name="Carl Hunter" userId="eae915aa-421e-47be-95fe-98e2741838bc" providerId="ADAL" clId="{F94D534F-D9A9-4812-B2B6-EE05B1A244AD}" dt="2026-01-26T16:41:57.182" v="417" actId="34135"/>
          <ac:cxnSpMkLst>
            <pc:docMk/>
            <pc:sldMk cId="1408231911" sldId="267"/>
            <ac:cxnSpMk id="9" creationId="{F40986B7-0C02-D7AF-D3AE-CCC5479CBF2E}"/>
          </ac:cxnSpMkLst>
        </pc:cxnChg>
        <pc:cxnChg chg="mod">
          <ac:chgData name="Carl Hunter" userId="eae915aa-421e-47be-95fe-98e2741838bc" providerId="ADAL" clId="{F94D534F-D9A9-4812-B2B6-EE05B1A244AD}" dt="2026-01-26T16:41:57.182" v="417" actId="34135"/>
          <ac:cxnSpMkLst>
            <pc:docMk/>
            <pc:sldMk cId="1408231911" sldId="267"/>
            <ac:cxnSpMk id="13" creationId="{8FE8B4BB-C416-1019-0E16-46B2785718F3}"/>
          </ac:cxnSpMkLst>
        </pc:cxnChg>
      </pc:sldChg>
      <pc:sldChg chg="modSp add mod">
        <pc:chgData name="Carl Hunter" userId="eae915aa-421e-47be-95fe-98e2741838bc" providerId="ADAL" clId="{F94D534F-D9A9-4812-B2B6-EE05B1A244AD}" dt="2026-01-26T16:42:02.443" v="418" actId="34135"/>
        <pc:sldMkLst>
          <pc:docMk/>
          <pc:sldMk cId="2566516261" sldId="268"/>
        </pc:sldMkLst>
        <pc:cxnChg chg="mod">
          <ac:chgData name="Carl Hunter" userId="eae915aa-421e-47be-95fe-98e2741838bc" providerId="ADAL" clId="{F94D534F-D9A9-4812-B2B6-EE05B1A244AD}" dt="2026-01-26T16:42:02.443" v="418" actId="34135"/>
          <ac:cxnSpMkLst>
            <pc:docMk/>
            <pc:sldMk cId="2566516261" sldId="268"/>
            <ac:cxnSpMk id="2" creationId="{CC08DC44-78B4-BE8B-6FC2-C00D98AB517D}"/>
          </ac:cxnSpMkLst>
        </pc:cxnChg>
        <pc:cxnChg chg="mod">
          <ac:chgData name="Carl Hunter" userId="eae915aa-421e-47be-95fe-98e2741838bc" providerId="ADAL" clId="{F94D534F-D9A9-4812-B2B6-EE05B1A244AD}" dt="2026-01-26T16:42:02.443" v="418" actId="34135"/>
          <ac:cxnSpMkLst>
            <pc:docMk/>
            <pc:sldMk cId="2566516261" sldId="268"/>
            <ac:cxnSpMk id="8" creationId="{3B6BB415-42A2-B663-63C4-E797D24F7E8A}"/>
          </ac:cxnSpMkLst>
        </pc:cxnChg>
        <pc:cxnChg chg="mod">
          <ac:chgData name="Carl Hunter" userId="eae915aa-421e-47be-95fe-98e2741838bc" providerId="ADAL" clId="{F94D534F-D9A9-4812-B2B6-EE05B1A244AD}" dt="2026-01-26T16:42:02.443" v="418" actId="34135"/>
          <ac:cxnSpMkLst>
            <pc:docMk/>
            <pc:sldMk cId="2566516261" sldId="268"/>
            <ac:cxnSpMk id="9" creationId="{D62FA443-6167-B656-6A9E-335F23F59807}"/>
          </ac:cxnSpMkLst>
        </pc:cxnChg>
        <pc:cxnChg chg="mod">
          <ac:chgData name="Carl Hunter" userId="eae915aa-421e-47be-95fe-98e2741838bc" providerId="ADAL" clId="{F94D534F-D9A9-4812-B2B6-EE05B1A244AD}" dt="2026-01-26T16:42:02.443" v="418" actId="34135"/>
          <ac:cxnSpMkLst>
            <pc:docMk/>
            <pc:sldMk cId="2566516261" sldId="268"/>
            <ac:cxnSpMk id="13" creationId="{93661FA2-1A52-A66F-7E29-B9837A057960}"/>
          </ac:cxnSpMkLst>
        </pc:cxnChg>
      </pc:sldChg>
      <pc:sldChg chg="modSp add mod">
        <pc:chgData name="Carl Hunter" userId="eae915aa-421e-47be-95fe-98e2741838bc" providerId="ADAL" clId="{F94D534F-D9A9-4812-B2B6-EE05B1A244AD}" dt="2026-01-26T16:42:21.183" v="423" actId="34135"/>
        <pc:sldMkLst>
          <pc:docMk/>
          <pc:sldMk cId="4221532329" sldId="269"/>
        </pc:sldMkLst>
        <pc:cxnChg chg="mod">
          <ac:chgData name="Carl Hunter" userId="eae915aa-421e-47be-95fe-98e2741838bc" providerId="ADAL" clId="{F94D534F-D9A9-4812-B2B6-EE05B1A244AD}" dt="2026-01-26T15:48:49.601" v="303" actId="14100"/>
          <ac:cxnSpMkLst>
            <pc:docMk/>
            <pc:sldMk cId="4221532329" sldId="269"/>
            <ac:cxnSpMk id="2" creationId="{E8928847-F898-09CD-0514-07272D41355C}"/>
          </ac:cxnSpMkLst>
        </pc:cxnChg>
        <pc:cxnChg chg="mod">
          <ac:chgData name="Carl Hunter" userId="eae915aa-421e-47be-95fe-98e2741838bc" providerId="ADAL" clId="{F94D534F-D9A9-4812-B2B6-EE05B1A244AD}" dt="2026-01-26T16:42:21.183" v="423" actId="34135"/>
          <ac:cxnSpMkLst>
            <pc:docMk/>
            <pc:sldMk cId="4221532329" sldId="269"/>
            <ac:cxnSpMk id="8" creationId="{E85F4F97-D87D-97A1-5230-A918AF6FAC3C}"/>
          </ac:cxnSpMkLst>
        </pc:cxnChg>
      </pc:sldChg>
      <pc:sldChg chg="modSp add mod">
        <pc:chgData name="Carl Hunter" userId="eae915aa-421e-47be-95fe-98e2741838bc" providerId="ADAL" clId="{F94D534F-D9A9-4812-B2B6-EE05B1A244AD}" dt="2026-01-26T16:42:23.883" v="424" actId="34135"/>
        <pc:sldMkLst>
          <pc:docMk/>
          <pc:sldMk cId="3284049076" sldId="270"/>
        </pc:sldMkLst>
        <pc:cxnChg chg="mod">
          <ac:chgData name="Carl Hunter" userId="eae915aa-421e-47be-95fe-98e2741838bc" providerId="ADAL" clId="{F94D534F-D9A9-4812-B2B6-EE05B1A244AD}" dt="2026-01-26T15:48:55.223" v="304" actId="14100"/>
          <ac:cxnSpMkLst>
            <pc:docMk/>
            <pc:sldMk cId="3284049076" sldId="270"/>
            <ac:cxnSpMk id="2" creationId="{1AF45204-EA98-37F0-F5F9-51D5626DB4DF}"/>
          </ac:cxnSpMkLst>
        </pc:cxnChg>
        <pc:cxnChg chg="mod">
          <ac:chgData name="Carl Hunter" userId="eae915aa-421e-47be-95fe-98e2741838bc" providerId="ADAL" clId="{F94D534F-D9A9-4812-B2B6-EE05B1A244AD}" dt="2026-01-26T16:42:23.883" v="424" actId="34135"/>
          <ac:cxnSpMkLst>
            <pc:docMk/>
            <pc:sldMk cId="3284049076" sldId="270"/>
            <ac:cxnSpMk id="8" creationId="{911DCE09-A7A1-72E0-BF7E-03B2FC281361}"/>
          </ac:cxnSpMkLst>
        </pc:cxnChg>
      </pc:sldChg>
      <pc:sldChg chg="addSp delSp modSp add mod">
        <pc:chgData name="Carl Hunter" userId="eae915aa-421e-47be-95fe-98e2741838bc" providerId="ADAL" clId="{F94D534F-D9A9-4812-B2B6-EE05B1A244AD}" dt="2026-01-26T16:42:10.707" v="420" actId="34135"/>
        <pc:sldMkLst>
          <pc:docMk/>
          <pc:sldMk cId="3442335050" sldId="271"/>
        </pc:sldMkLst>
        <pc:spChg chg="add del mod">
          <ac:chgData name="Carl Hunter" userId="eae915aa-421e-47be-95fe-98e2741838bc" providerId="ADAL" clId="{F94D534F-D9A9-4812-B2B6-EE05B1A244AD}" dt="2026-01-26T16:32:51.090" v="328" actId="478"/>
          <ac:spMkLst>
            <pc:docMk/>
            <pc:sldMk cId="3442335050" sldId="271"/>
            <ac:spMk id="4" creationId="{44B2821C-0755-38E2-3E2A-46E1F55C6C6E}"/>
          </ac:spMkLst>
        </pc:spChg>
        <pc:spChg chg="add del mod">
          <ac:chgData name="Carl Hunter" userId="eae915aa-421e-47be-95fe-98e2741838bc" providerId="ADAL" clId="{F94D534F-D9A9-4812-B2B6-EE05B1A244AD}" dt="2026-01-26T16:32:51.640" v="329" actId="478"/>
          <ac:spMkLst>
            <pc:docMk/>
            <pc:sldMk cId="3442335050" sldId="271"/>
            <ac:spMk id="6" creationId="{F3A2D78A-2155-6AB0-D569-A454E1AED9AB}"/>
          </ac:spMkLst>
        </pc:spChg>
        <pc:spChg chg="add del mod">
          <ac:chgData name="Carl Hunter" userId="eae915aa-421e-47be-95fe-98e2741838bc" providerId="ADAL" clId="{F94D534F-D9A9-4812-B2B6-EE05B1A244AD}" dt="2026-01-26T16:32:52.144" v="330" actId="478"/>
          <ac:spMkLst>
            <pc:docMk/>
            <pc:sldMk cId="3442335050" sldId="271"/>
            <ac:spMk id="7" creationId="{2D1BDDFD-1BCE-B685-BAF0-B9B5DD36941B}"/>
          </ac:spMkLst>
        </pc:spChg>
        <pc:cxnChg chg="add mod">
          <ac:chgData name="Carl Hunter" userId="eae915aa-421e-47be-95fe-98e2741838bc" providerId="ADAL" clId="{F94D534F-D9A9-4812-B2B6-EE05B1A244AD}" dt="2026-01-26T16:32:44.354" v="327" actId="408"/>
          <ac:cxnSpMkLst>
            <pc:docMk/>
            <pc:sldMk cId="3442335050" sldId="271"/>
            <ac:cxnSpMk id="2" creationId="{FE7E97FC-9EAC-A54B-6CDD-F55CCFE2F535}"/>
          </ac:cxnSpMkLst>
        </pc:cxnChg>
        <pc:cxnChg chg="add mod">
          <ac:chgData name="Carl Hunter" userId="eae915aa-421e-47be-95fe-98e2741838bc" providerId="ADAL" clId="{F94D534F-D9A9-4812-B2B6-EE05B1A244AD}" dt="2026-01-26T16:32:44.354" v="327" actId="408"/>
          <ac:cxnSpMkLst>
            <pc:docMk/>
            <pc:sldMk cId="3442335050" sldId="271"/>
            <ac:cxnSpMk id="3" creationId="{61E38AC1-22C8-E2C8-3B7D-48C432A5E0D0}"/>
          </ac:cxnSpMkLst>
        </pc:cxnChg>
        <pc:cxnChg chg="mod">
          <ac:chgData name="Carl Hunter" userId="eae915aa-421e-47be-95fe-98e2741838bc" providerId="ADAL" clId="{F94D534F-D9A9-4812-B2B6-EE05B1A244AD}" dt="2026-01-26T16:42:10.707" v="420" actId="34135"/>
          <ac:cxnSpMkLst>
            <pc:docMk/>
            <pc:sldMk cId="3442335050" sldId="271"/>
            <ac:cxnSpMk id="8" creationId="{781DACCF-B957-3E31-99EA-CEFE35C2A44D}"/>
          </ac:cxnSpMkLst>
        </pc:cxnChg>
      </pc:sldChg>
      <pc:sldChg chg="delSp modSp add mod">
        <pc:chgData name="Carl Hunter" userId="eae915aa-421e-47be-95fe-98e2741838bc" providerId="ADAL" clId="{F94D534F-D9A9-4812-B2B6-EE05B1A244AD}" dt="2026-01-26T16:41:29.454" v="413" actId="34135"/>
        <pc:sldMkLst>
          <pc:docMk/>
          <pc:sldMk cId="3805378317" sldId="272"/>
        </pc:sldMkLst>
        <pc:spChg chg="mod">
          <ac:chgData name="Carl Hunter" userId="eae915aa-421e-47be-95fe-98e2741838bc" providerId="ADAL" clId="{F94D534F-D9A9-4812-B2B6-EE05B1A244AD}" dt="2026-01-26T16:38:39.330" v="347" actId="1076"/>
          <ac:spMkLst>
            <pc:docMk/>
            <pc:sldMk cId="3805378317" sldId="272"/>
            <ac:spMk id="12" creationId="{DF9B2685-F9FA-1D87-6CE0-6A18D6006C15}"/>
          </ac:spMkLst>
        </pc:spChg>
        <pc:spChg chg="del mod">
          <ac:chgData name="Carl Hunter" userId="eae915aa-421e-47be-95fe-98e2741838bc" providerId="ADAL" clId="{F94D534F-D9A9-4812-B2B6-EE05B1A244AD}" dt="2026-01-26T16:38:33.228" v="344" actId="478"/>
          <ac:spMkLst>
            <pc:docMk/>
            <pc:sldMk cId="3805378317" sldId="272"/>
            <ac:spMk id="14" creationId="{E4E547E8-5F26-CA1B-B07F-66D32BFFA6BE}"/>
          </ac:spMkLst>
        </pc:spChg>
        <pc:spChg chg="mod">
          <ac:chgData name="Carl Hunter" userId="eae915aa-421e-47be-95fe-98e2741838bc" providerId="ADAL" clId="{F94D534F-D9A9-4812-B2B6-EE05B1A244AD}" dt="2026-01-26T16:38:39.330" v="347" actId="1076"/>
          <ac:spMkLst>
            <pc:docMk/>
            <pc:sldMk cId="3805378317" sldId="272"/>
            <ac:spMk id="15" creationId="{EDCE4183-C981-B574-EF61-325499A22380}"/>
          </ac:spMkLst>
        </pc:spChg>
        <pc:spChg chg="mod">
          <ac:chgData name="Carl Hunter" userId="eae915aa-421e-47be-95fe-98e2741838bc" providerId="ADAL" clId="{F94D534F-D9A9-4812-B2B6-EE05B1A244AD}" dt="2026-01-26T16:37:50.906" v="334" actId="1076"/>
          <ac:spMkLst>
            <pc:docMk/>
            <pc:sldMk cId="3805378317" sldId="272"/>
            <ac:spMk id="16" creationId="{CC1BFD8A-3E4E-9C5D-B839-06DD5F3BC2E3}"/>
          </ac:spMkLst>
        </pc:spChg>
        <pc:spChg chg="mod">
          <ac:chgData name="Carl Hunter" userId="eae915aa-421e-47be-95fe-98e2741838bc" providerId="ADAL" clId="{F94D534F-D9A9-4812-B2B6-EE05B1A244AD}" dt="2026-01-26T16:37:54.520" v="335" actId="1076"/>
          <ac:spMkLst>
            <pc:docMk/>
            <pc:sldMk cId="3805378317" sldId="272"/>
            <ac:spMk id="17" creationId="{34D35B2C-5161-6A65-FE8F-87BFD832BE61}"/>
          </ac:spMkLst>
        </pc:spChg>
        <pc:spChg chg="mod">
          <ac:chgData name="Carl Hunter" userId="eae915aa-421e-47be-95fe-98e2741838bc" providerId="ADAL" clId="{F94D534F-D9A9-4812-B2B6-EE05B1A244AD}" dt="2026-01-26T16:37:57.192" v="336" actId="1076"/>
          <ac:spMkLst>
            <pc:docMk/>
            <pc:sldMk cId="3805378317" sldId="272"/>
            <ac:spMk id="18" creationId="{1872255C-EC90-A5B0-F7FB-1F75F484F0B9}"/>
          </ac:spMkLst>
        </pc:spChg>
        <pc:spChg chg="del mod">
          <ac:chgData name="Carl Hunter" userId="eae915aa-421e-47be-95fe-98e2741838bc" providerId="ADAL" clId="{F94D534F-D9A9-4812-B2B6-EE05B1A244AD}" dt="2026-01-26T16:38:34.773" v="345" actId="478"/>
          <ac:spMkLst>
            <pc:docMk/>
            <pc:sldMk cId="3805378317" sldId="272"/>
            <ac:spMk id="19" creationId="{DDC0BE69-EB0A-17F5-A146-59793F160E07}"/>
          </ac:spMkLst>
        </pc:spChg>
        <pc:spChg chg="mod">
          <ac:chgData name="Carl Hunter" userId="eae915aa-421e-47be-95fe-98e2741838bc" providerId="ADAL" clId="{F94D534F-D9A9-4812-B2B6-EE05B1A244AD}" dt="2026-01-26T16:38:39.330" v="347" actId="1076"/>
          <ac:spMkLst>
            <pc:docMk/>
            <pc:sldMk cId="3805378317" sldId="272"/>
            <ac:spMk id="20" creationId="{366B7385-4357-3DD3-D1CA-EC7B0AAEB74F}"/>
          </ac:spMkLst>
        </pc:spChg>
        <pc:spChg chg="del mod">
          <ac:chgData name="Carl Hunter" userId="eae915aa-421e-47be-95fe-98e2741838bc" providerId="ADAL" clId="{F94D534F-D9A9-4812-B2B6-EE05B1A244AD}" dt="2026-01-26T16:38:36.166" v="346" actId="478"/>
          <ac:spMkLst>
            <pc:docMk/>
            <pc:sldMk cId="3805378317" sldId="272"/>
            <ac:spMk id="21" creationId="{F8073888-7A07-9F0E-726D-8F857C137BB9}"/>
          </ac:spMkLst>
        </pc:spChg>
        <pc:picChg chg="mod">
          <ac:chgData name="Carl Hunter" userId="eae915aa-421e-47be-95fe-98e2741838bc" providerId="ADAL" clId="{F94D534F-D9A9-4812-B2B6-EE05B1A244AD}" dt="2026-01-26T16:38:30.367" v="343" actId="1076"/>
          <ac:picMkLst>
            <pc:docMk/>
            <pc:sldMk cId="3805378317" sldId="272"/>
            <ac:picMk id="5" creationId="{D69C2D37-E18F-5E02-5F42-C1A3636F78E8}"/>
          </ac:picMkLst>
        </pc:picChg>
        <pc:cxnChg chg="mod">
          <ac:chgData name="Carl Hunter" userId="eae915aa-421e-47be-95fe-98e2741838bc" providerId="ADAL" clId="{F94D534F-D9A9-4812-B2B6-EE05B1A244AD}" dt="2026-01-26T16:41:29.454" v="413" actId="34135"/>
          <ac:cxnSpMkLst>
            <pc:docMk/>
            <pc:sldMk cId="3805378317" sldId="272"/>
            <ac:cxnSpMk id="8" creationId="{02556D07-B482-62EA-8808-F0717F41FD5F}"/>
          </ac:cxnSpMkLst>
        </pc:cxnChg>
        <pc:cxnChg chg="mod">
          <ac:chgData name="Carl Hunter" userId="eae915aa-421e-47be-95fe-98e2741838bc" providerId="ADAL" clId="{F94D534F-D9A9-4812-B2B6-EE05B1A244AD}" dt="2026-01-26T16:41:29.454" v="413" actId="34135"/>
          <ac:cxnSpMkLst>
            <pc:docMk/>
            <pc:sldMk cId="3805378317" sldId="272"/>
            <ac:cxnSpMk id="13" creationId="{B254E602-6910-725F-3A03-93387D1F859F}"/>
          </ac:cxnSpMkLst>
        </pc:cxnChg>
      </pc:sldChg>
      <pc:sldChg chg="addSp modSp add mod">
        <pc:chgData name="Carl Hunter" userId="eae915aa-421e-47be-95fe-98e2741838bc" providerId="ADAL" clId="{F94D534F-D9A9-4812-B2B6-EE05B1A244AD}" dt="2026-01-26T16:41:13.676" v="410" actId="34135"/>
        <pc:sldMkLst>
          <pc:docMk/>
          <pc:sldMk cId="2750494204" sldId="273"/>
        </pc:sldMkLst>
        <pc:spChg chg="add mod">
          <ac:chgData name="Carl Hunter" userId="eae915aa-421e-47be-95fe-98e2741838bc" providerId="ADAL" clId="{F94D534F-D9A9-4812-B2B6-EE05B1A244AD}" dt="2026-01-26T16:40:13.096" v="381" actId="14100"/>
          <ac:spMkLst>
            <pc:docMk/>
            <pc:sldMk cId="2750494204" sldId="273"/>
            <ac:spMk id="2" creationId="{CBF18734-B84D-ACE7-9CF6-7A2AFE007845}"/>
          </ac:spMkLst>
        </pc:spChg>
        <pc:spChg chg="add mod">
          <ac:chgData name="Carl Hunter" userId="eae915aa-421e-47be-95fe-98e2741838bc" providerId="ADAL" clId="{F94D534F-D9A9-4812-B2B6-EE05B1A244AD}" dt="2026-01-26T16:39:08.124" v="360"/>
          <ac:spMkLst>
            <pc:docMk/>
            <pc:sldMk cId="2750494204" sldId="273"/>
            <ac:spMk id="3" creationId="{039AD225-FD21-B4F5-C711-A99C23BDE07E}"/>
          </ac:spMkLst>
        </pc:spChg>
        <pc:spChg chg="add mod">
          <ac:chgData name="Carl Hunter" userId="eae915aa-421e-47be-95fe-98e2741838bc" providerId="ADAL" clId="{F94D534F-D9A9-4812-B2B6-EE05B1A244AD}" dt="2026-01-26T16:39:08.124" v="360"/>
          <ac:spMkLst>
            <pc:docMk/>
            <pc:sldMk cId="2750494204" sldId="273"/>
            <ac:spMk id="4" creationId="{64655DB3-7E62-6F03-7B40-2E56B075321B}"/>
          </ac:spMkLst>
        </pc:spChg>
        <pc:spChg chg="add mod">
          <ac:chgData name="Carl Hunter" userId="eae915aa-421e-47be-95fe-98e2741838bc" providerId="ADAL" clId="{F94D534F-D9A9-4812-B2B6-EE05B1A244AD}" dt="2026-01-26T16:39:08.124" v="360"/>
          <ac:spMkLst>
            <pc:docMk/>
            <pc:sldMk cId="2750494204" sldId="273"/>
            <ac:spMk id="6" creationId="{A6050D8C-3CD0-F282-B991-70C627B8C3DF}"/>
          </ac:spMkLst>
        </pc:spChg>
        <pc:spChg chg="add mod">
          <ac:chgData name="Carl Hunter" userId="eae915aa-421e-47be-95fe-98e2741838bc" providerId="ADAL" clId="{F94D534F-D9A9-4812-B2B6-EE05B1A244AD}" dt="2026-01-26T16:41:07.236" v="409" actId="1036"/>
          <ac:spMkLst>
            <pc:docMk/>
            <pc:sldMk cId="2750494204" sldId="273"/>
            <ac:spMk id="7" creationId="{3690E682-AFAF-24AA-DFA7-D7FC4E6585DB}"/>
          </ac:spMkLst>
        </pc:spChg>
        <pc:spChg chg="add mod">
          <ac:chgData name="Carl Hunter" userId="eae915aa-421e-47be-95fe-98e2741838bc" providerId="ADAL" clId="{F94D534F-D9A9-4812-B2B6-EE05B1A244AD}" dt="2026-01-26T16:41:07.236" v="409" actId="1036"/>
          <ac:spMkLst>
            <pc:docMk/>
            <pc:sldMk cId="2750494204" sldId="273"/>
            <ac:spMk id="9" creationId="{97F145BF-C60F-0943-1F9B-B5B798342F45}"/>
          </ac:spMkLst>
        </pc:spChg>
        <pc:spChg chg="add mod">
          <ac:chgData name="Carl Hunter" userId="eae915aa-421e-47be-95fe-98e2741838bc" providerId="ADAL" clId="{F94D534F-D9A9-4812-B2B6-EE05B1A244AD}" dt="2026-01-26T16:41:07.236" v="409" actId="1036"/>
          <ac:spMkLst>
            <pc:docMk/>
            <pc:sldMk cId="2750494204" sldId="273"/>
            <ac:spMk id="10" creationId="{BA683353-090D-28F8-892C-1F79D026DBB1}"/>
          </ac:spMkLst>
        </pc:spChg>
        <pc:spChg chg="add mod">
          <ac:chgData name="Carl Hunter" userId="eae915aa-421e-47be-95fe-98e2741838bc" providerId="ADAL" clId="{F94D534F-D9A9-4812-B2B6-EE05B1A244AD}" dt="2026-01-26T16:41:07.236" v="409" actId="1036"/>
          <ac:spMkLst>
            <pc:docMk/>
            <pc:sldMk cId="2750494204" sldId="273"/>
            <ac:spMk id="11" creationId="{86B5D37F-8C83-4465-905A-3356A7E301CE}"/>
          </ac:spMkLst>
        </pc:spChg>
        <pc:spChg chg="add mod">
          <ac:chgData name="Carl Hunter" userId="eae915aa-421e-47be-95fe-98e2741838bc" providerId="ADAL" clId="{F94D534F-D9A9-4812-B2B6-EE05B1A244AD}" dt="2026-01-26T16:41:07.236" v="409" actId="1036"/>
          <ac:spMkLst>
            <pc:docMk/>
            <pc:sldMk cId="2750494204" sldId="273"/>
            <ac:spMk id="12" creationId="{8F7E7CFD-82B1-D253-740A-67AB45A9D667}"/>
          </ac:spMkLst>
        </pc:spChg>
        <pc:spChg chg="add mod">
          <ac:chgData name="Carl Hunter" userId="eae915aa-421e-47be-95fe-98e2741838bc" providerId="ADAL" clId="{F94D534F-D9A9-4812-B2B6-EE05B1A244AD}" dt="2026-01-26T16:41:07.236" v="409" actId="1036"/>
          <ac:spMkLst>
            <pc:docMk/>
            <pc:sldMk cId="2750494204" sldId="273"/>
            <ac:spMk id="13" creationId="{DCBF0071-C541-DD37-29C0-7F55A1A0DA47}"/>
          </ac:spMkLst>
        </pc:spChg>
        <pc:spChg chg="add mod">
          <ac:chgData name="Carl Hunter" userId="eae915aa-421e-47be-95fe-98e2741838bc" providerId="ADAL" clId="{F94D534F-D9A9-4812-B2B6-EE05B1A244AD}" dt="2026-01-26T16:40:24.465" v="385" actId="1076"/>
          <ac:spMkLst>
            <pc:docMk/>
            <pc:sldMk cId="2750494204" sldId="273"/>
            <ac:spMk id="14" creationId="{0FC32F0B-5078-0E64-0496-F9DBA3A6023F}"/>
          </ac:spMkLst>
        </pc:spChg>
        <pc:spChg chg="add mod">
          <ac:chgData name="Carl Hunter" userId="eae915aa-421e-47be-95fe-98e2741838bc" providerId="ADAL" clId="{F94D534F-D9A9-4812-B2B6-EE05B1A244AD}" dt="2026-01-26T16:40:27.344" v="386" actId="1076"/>
          <ac:spMkLst>
            <pc:docMk/>
            <pc:sldMk cId="2750494204" sldId="273"/>
            <ac:spMk id="15" creationId="{2CB45C67-94FC-4533-7C1F-ADC3ECD8DAF1}"/>
          </ac:spMkLst>
        </pc:spChg>
        <pc:spChg chg="add mod">
          <ac:chgData name="Carl Hunter" userId="eae915aa-421e-47be-95fe-98e2741838bc" providerId="ADAL" clId="{F94D534F-D9A9-4812-B2B6-EE05B1A244AD}" dt="2026-01-26T16:40:34.379" v="388" actId="1076"/>
          <ac:spMkLst>
            <pc:docMk/>
            <pc:sldMk cId="2750494204" sldId="273"/>
            <ac:spMk id="16" creationId="{3257FEBC-FCD1-FCF3-0496-A9CF469CD6E0}"/>
          </ac:spMkLst>
        </pc:spChg>
        <pc:cxnChg chg="mod">
          <ac:chgData name="Carl Hunter" userId="eae915aa-421e-47be-95fe-98e2741838bc" providerId="ADAL" clId="{F94D534F-D9A9-4812-B2B6-EE05B1A244AD}" dt="2026-01-26T16:41:13.676" v="410" actId="34135"/>
          <ac:cxnSpMkLst>
            <pc:docMk/>
            <pc:sldMk cId="2750494204" sldId="273"/>
            <ac:cxnSpMk id="8" creationId="{39F144A9-1C78-9372-D8EF-760A904AFC98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9A545-3F7D-3B50-9370-2DD429323A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E78F0A-9B6F-E0E0-7947-0DBC90E32C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F6C5B0-CD31-AF1C-6BBA-B59F86EB6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C7808-6FAB-456F-88F5-BED6D8B88480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E94111-6C24-FEBF-5C00-11506F4A6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F09910-1C5A-3775-D4DF-B5459CF40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05BF9-92B0-40D5-8D55-B3BC698AA1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4091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D7B05-6FE9-0075-34AC-F4DD69E98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D1D99-E2F9-AEE3-0F40-9BCEDABA37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77C720-7315-2D06-3360-2DFF42564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C7808-6FAB-456F-88F5-BED6D8B88480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4E6949-5178-08DC-E821-5D5E749DE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C6F712-6954-4D1C-8015-5AA80961D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05BF9-92B0-40D5-8D55-B3BC698AA1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3004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DC03A-538A-6293-66CF-BEFA56CB9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89A070-3017-8739-559F-FEC4B4E055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D9B8A2-1D0D-1A79-5928-5F934FEA2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C7808-6FAB-456F-88F5-BED6D8B88480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6132D7-511C-846D-5608-2D513793D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4EC342-56A0-C92C-DF7D-24383B6DA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05BF9-92B0-40D5-8D55-B3BC698AA1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61718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A32AB-B4E1-E561-6FB4-16D8B5C30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16661F-FA40-26C9-5DFF-99F74E84A5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CD9C52-39A7-D6F9-B4EC-DFDAB5DA24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247453-1A84-6CD3-51AE-FE2DB5933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C7808-6FAB-456F-88F5-BED6D8B88480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4B6A72-FAEC-3CA0-8305-CEBA98FFD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E3447B-146F-169C-D9E9-FE89D91FC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05BF9-92B0-40D5-8D55-B3BC698AA1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27045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2A7B8-9B21-E43B-0B2C-F26A8E162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341F75-E360-5472-DB92-14F97A4ED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D10A27-B36B-5F1B-B0AA-FDD8349F8C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AB1FF6-1A12-D1BC-38A9-66544B36B1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81B385-579C-F73E-26E6-DA4DCC1ECB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F0BB90-1416-CC6D-2571-0B3C43A5E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C7808-6FAB-456F-88F5-BED6D8B88480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FF5E9F-3E54-C35C-9B54-50145B02A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A9E235-DA7B-D477-02A7-3F380E714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05BF9-92B0-40D5-8D55-B3BC698AA1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7032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1245A-7089-BCFA-A078-032310F2E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CB24CC-78A6-EA52-9324-8E96095D4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C7808-6FAB-456F-88F5-BED6D8B88480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6864D0-72AB-CF20-D6B6-EE226D62C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9DBE73-0435-6634-DB95-101F720BD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05BF9-92B0-40D5-8D55-B3BC698AA1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09767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F909ED-2D10-CA49-A44D-C7729D8A7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C7808-6FAB-456F-88F5-BED6D8B88480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5FEF20-590E-C89A-F989-F39ABE7C8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C6C520-1845-1527-1EE5-F74CA5776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05BF9-92B0-40D5-8D55-B3BC698AA1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8965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433BD-D1E4-E470-41AB-BF9A3046B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0A0EB0-2435-4768-A13B-A9CAC99F94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4C1AEB-4035-3FD8-E4DD-D44E86EFD6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4158B8-9B7B-2618-CA97-CA32D1F5B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C7808-6FAB-456F-88F5-BED6D8B88480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A3B568-E718-69C4-7FCA-9191097E3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9BF691-F0E5-09AC-7EBE-A8B576EEA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05BF9-92B0-40D5-8D55-B3BC698AA1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8343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34529-8312-A8B7-DA8D-AE87551F2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B804CB-2DB9-5CF3-1129-5BA80D660A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2D7FF6-86D8-D156-0DF2-4DE809EE29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62A12F-36E3-3032-A4F3-1ECBD44C1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C7808-6FAB-456F-88F5-BED6D8B88480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7250CF-BD1E-29E0-04EE-D3BC775C8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9BF93A-D5E9-DCFF-2FF3-7EE7ED197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05BF9-92B0-40D5-8D55-B3BC698AA1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7822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FC738-9100-EB57-3945-85CEE5277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429853-3122-F587-544C-E05D34A276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455F66-5A0A-366E-1637-4B7726493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C7808-6FAB-456F-88F5-BED6D8B88480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185300-D0C7-5796-34AC-509BBC873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883C-3515-68C5-5006-039DD4E50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05BF9-92B0-40D5-8D55-B3BC698AA1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3581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6129C8-7A59-810A-D8AE-F9711C05FD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BE598A-F089-6A9C-19D2-FCC6323B31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7EA440-04D3-4AE7-5BB2-38EFC43AC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C7808-6FAB-456F-88F5-BED6D8B88480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42767B-A641-1673-B3F6-51FD1FB79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8DDF7B-339E-00C5-5E0A-DCBE23560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05BF9-92B0-40D5-8D55-B3BC698AA1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83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236725-7419-5EAB-3C55-38073F677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ECA619-E298-AACD-EEAA-C4E1BEC33B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EB255B-CEA6-448F-579F-8266694BB1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1C7808-6FAB-456F-88F5-BED6D8B88480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DF57D2-34E1-65B3-604C-541D0333F6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1B00A4-64BE-3531-BE21-4269B5DD49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905BF9-92B0-40D5-8D55-B3BC698AA1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5128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67CDD7-CAEC-1892-D8E7-7145DA64C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0B12A8-DE99-B256-CD22-D9AC1C89E3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3815" y="33295"/>
            <a:ext cx="2057088" cy="950552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DF24616-F60C-1F55-5C90-D1887FCD3044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0" y="1068510"/>
            <a:ext cx="12192000" cy="0"/>
          </a:xfrm>
          <a:prstGeom prst="line">
            <a:avLst/>
          </a:prstGeom>
          <a:ln>
            <a:solidFill>
              <a:srgbClr val="002F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24A5E9D-96C0-1111-14F3-B31411984888}"/>
              </a:ext>
            </a:extLst>
          </p:cNvPr>
          <p:cNvCxnSpPr>
            <a:cxnSpLocks/>
          </p:cNvCxnSpPr>
          <p:nvPr/>
        </p:nvCxnSpPr>
        <p:spPr>
          <a:xfrm flipV="1">
            <a:off x="7084032" y="1068510"/>
            <a:ext cx="0" cy="5789490"/>
          </a:xfrm>
          <a:prstGeom prst="line">
            <a:avLst/>
          </a:prstGeom>
          <a:ln>
            <a:solidFill>
              <a:srgbClr val="002F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CD07F77-3E0A-9F36-4BCA-8C6BA614266B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V="1">
            <a:off x="1955515" y="1068510"/>
            <a:ext cx="0" cy="5789490"/>
          </a:xfrm>
          <a:prstGeom prst="line">
            <a:avLst/>
          </a:prstGeom>
          <a:ln>
            <a:solidFill>
              <a:srgbClr val="002F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81EFAB5-6F90-CE29-7E38-1A96EBC9AC54}"/>
              </a:ext>
            </a:extLst>
          </p:cNvPr>
          <p:cNvCxnSpPr>
            <a:cxnSpLocks/>
          </p:cNvCxnSpPr>
          <p:nvPr/>
        </p:nvCxnSpPr>
        <p:spPr>
          <a:xfrm>
            <a:off x="1955515" y="3933288"/>
            <a:ext cx="10236485" cy="0"/>
          </a:xfrm>
          <a:prstGeom prst="line">
            <a:avLst/>
          </a:prstGeom>
          <a:ln>
            <a:solidFill>
              <a:srgbClr val="002F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8BFF1611-C2E0-6650-4E29-DEE98A37BB6D}"/>
              </a:ext>
            </a:extLst>
          </p:cNvPr>
          <p:cNvSpPr/>
          <p:nvPr/>
        </p:nvSpPr>
        <p:spPr>
          <a:xfrm>
            <a:off x="2058257" y="1124161"/>
            <a:ext cx="4948717" cy="2753476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CHART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CBC9D2-9926-078A-D152-02E6189CACE1}"/>
              </a:ext>
            </a:extLst>
          </p:cNvPr>
          <p:cNvSpPr/>
          <p:nvPr/>
        </p:nvSpPr>
        <p:spPr>
          <a:xfrm>
            <a:off x="2058256" y="4018906"/>
            <a:ext cx="4948717" cy="2753476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CHART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074EC72-E836-7F47-0924-A65B14F25097}"/>
              </a:ext>
            </a:extLst>
          </p:cNvPr>
          <p:cNvSpPr/>
          <p:nvPr/>
        </p:nvSpPr>
        <p:spPr>
          <a:xfrm>
            <a:off x="7161091" y="1124161"/>
            <a:ext cx="4948717" cy="2753476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CHART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C3C7664-4447-8F6E-FDD8-B5B71687A657}"/>
              </a:ext>
            </a:extLst>
          </p:cNvPr>
          <p:cNvSpPr/>
          <p:nvPr/>
        </p:nvSpPr>
        <p:spPr>
          <a:xfrm>
            <a:off x="7161090" y="4018906"/>
            <a:ext cx="4948717" cy="2753476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TABLE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6BB86A9-2F30-DC65-3FD2-96DB01108B75}"/>
              </a:ext>
            </a:extLst>
          </p:cNvPr>
          <p:cNvSpPr>
            <a:spLocks/>
          </p:cNvSpPr>
          <p:nvPr/>
        </p:nvSpPr>
        <p:spPr>
          <a:xfrm>
            <a:off x="82192" y="85618"/>
            <a:ext cx="3092523" cy="897275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TITLE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867CEA3-3F94-B523-D0F3-FBE135C27BA9}"/>
              </a:ext>
            </a:extLst>
          </p:cNvPr>
          <p:cNvSpPr/>
          <p:nvPr/>
        </p:nvSpPr>
        <p:spPr>
          <a:xfrm>
            <a:off x="56510" y="1153174"/>
            <a:ext cx="1796263" cy="41877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SLICER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7272D5C-2E72-9A6C-C4CF-06329DF716DC}"/>
              </a:ext>
            </a:extLst>
          </p:cNvPr>
          <p:cNvSpPr/>
          <p:nvPr/>
        </p:nvSpPr>
        <p:spPr>
          <a:xfrm>
            <a:off x="56511" y="1707981"/>
            <a:ext cx="1796263" cy="41877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SLICER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EC77910-EF59-6DD0-09D1-04A0B41A7A54}"/>
              </a:ext>
            </a:extLst>
          </p:cNvPr>
          <p:cNvSpPr/>
          <p:nvPr/>
        </p:nvSpPr>
        <p:spPr>
          <a:xfrm>
            <a:off x="56511" y="2262787"/>
            <a:ext cx="1796263" cy="41877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SLICER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2A2095F-C4A4-CA9F-44FD-19B62E1E07F0}"/>
              </a:ext>
            </a:extLst>
          </p:cNvPr>
          <p:cNvSpPr/>
          <p:nvPr/>
        </p:nvSpPr>
        <p:spPr>
          <a:xfrm>
            <a:off x="4109526" y="98460"/>
            <a:ext cx="1645580" cy="87159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KPI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F2C6D3E-482A-0DFF-5E36-D0ABA84BC170}"/>
              </a:ext>
            </a:extLst>
          </p:cNvPr>
          <p:cNvSpPr/>
          <p:nvPr/>
        </p:nvSpPr>
        <p:spPr>
          <a:xfrm>
            <a:off x="5811475" y="98460"/>
            <a:ext cx="1645580" cy="87159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KPI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A2EF53B-537C-7729-DDCB-6C4847A44128}"/>
              </a:ext>
            </a:extLst>
          </p:cNvPr>
          <p:cNvSpPr/>
          <p:nvPr/>
        </p:nvSpPr>
        <p:spPr>
          <a:xfrm>
            <a:off x="7569794" y="98460"/>
            <a:ext cx="1645580" cy="87159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KPI</a:t>
            </a:r>
          </a:p>
        </p:txBody>
      </p:sp>
    </p:spTree>
    <p:extLst>
      <p:ext uri="{BB962C8B-B14F-4D97-AF65-F5344CB8AC3E}">
        <p14:creationId xmlns:p14="http://schemas.microsoft.com/office/powerpoint/2010/main" val="34176416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0713E-5C20-8C7A-CCBA-02A474486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69C2D37-E18F-5E02-5F42-C1A3636F78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3815" y="33295"/>
            <a:ext cx="2057088" cy="950552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2556D07-B482-62EA-8808-F0717F41FD5F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0" y="1068510"/>
            <a:ext cx="12192000" cy="0"/>
          </a:xfrm>
          <a:prstGeom prst="line">
            <a:avLst/>
          </a:prstGeom>
          <a:ln>
            <a:solidFill>
              <a:srgbClr val="002F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9DB11D9-A4F2-7063-0E61-1F09620B2C2F}"/>
              </a:ext>
            </a:extLst>
          </p:cNvPr>
          <p:cNvCxnSpPr>
            <a:cxnSpLocks/>
          </p:cNvCxnSpPr>
          <p:nvPr/>
        </p:nvCxnSpPr>
        <p:spPr>
          <a:xfrm flipV="1">
            <a:off x="7084032" y="1068510"/>
            <a:ext cx="0" cy="5789490"/>
          </a:xfrm>
          <a:prstGeom prst="line">
            <a:avLst/>
          </a:prstGeom>
          <a:ln>
            <a:solidFill>
              <a:srgbClr val="002F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254E602-6910-725F-3A03-93387D1F859F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V="1">
            <a:off x="1955515" y="1068510"/>
            <a:ext cx="0" cy="5789490"/>
          </a:xfrm>
          <a:prstGeom prst="line">
            <a:avLst/>
          </a:prstGeom>
          <a:ln>
            <a:solidFill>
              <a:srgbClr val="002F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6AEBA-09FC-CF3D-1FEA-24E43CEA1297}"/>
              </a:ext>
            </a:extLst>
          </p:cNvPr>
          <p:cNvCxnSpPr>
            <a:cxnSpLocks/>
          </p:cNvCxnSpPr>
          <p:nvPr/>
        </p:nvCxnSpPr>
        <p:spPr>
          <a:xfrm>
            <a:off x="1955515" y="3933288"/>
            <a:ext cx="10236485" cy="0"/>
          </a:xfrm>
          <a:prstGeom prst="line">
            <a:avLst/>
          </a:prstGeom>
          <a:ln>
            <a:solidFill>
              <a:srgbClr val="002F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99D6193D-5E59-75EA-F218-48851908E35E}"/>
              </a:ext>
            </a:extLst>
          </p:cNvPr>
          <p:cNvSpPr/>
          <p:nvPr/>
        </p:nvSpPr>
        <p:spPr>
          <a:xfrm>
            <a:off x="2058257" y="1124161"/>
            <a:ext cx="4948717" cy="2753476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CHART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9BD3D04-9293-4968-EDAC-26536824925D}"/>
              </a:ext>
            </a:extLst>
          </p:cNvPr>
          <p:cNvSpPr/>
          <p:nvPr/>
        </p:nvSpPr>
        <p:spPr>
          <a:xfrm>
            <a:off x="2058256" y="4018906"/>
            <a:ext cx="4948717" cy="2753476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CHART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B6F6B7-D5DD-C442-F9F7-27FA3F7D1829}"/>
              </a:ext>
            </a:extLst>
          </p:cNvPr>
          <p:cNvSpPr/>
          <p:nvPr/>
        </p:nvSpPr>
        <p:spPr>
          <a:xfrm>
            <a:off x="7161091" y="1124161"/>
            <a:ext cx="4948717" cy="2753476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CHART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5EA2BA-43B6-EACB-5654-E3772531A967}"/>
              </a:ext>
            </a:extLst>
          </p:cNvPr>
          <p:cNvSpPr/>
          <p:nvPr/>
        </p:nvSpPr>
        <p:spPr>
          <a:xfrm>
            <a:off x="7161090" y="4018906"/>
            <a:ext cx="4948717" cy="2753476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TABLE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476B709-9B5B-71D6-18DF-69C8274B55D7}"/>
              </a:ext>
            </a:extLst>
          </p:cNvPr>
          <p:cNvSpPr>
            <a:spLocks/>
          </p:cNvSpPr>
          <p:nvPr/>
        </p:nvSpPr>
        <p:spPr>
          <a:xfrm>
            <a:off x="82192" y="85618"/>
            <a:ext cx="3092523" cy="897275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TITLE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F9B2685-F9FA-1D87-6CE0-6A18D6006C15}"/>
              </a:ext>
            </a:extLst>
          </p:cNvPr>
          <p:cNvSpPr/>
          <p:nvPr/>
        </p:nvSpPr>
        <p:spPr>
          <a:xfrm>
            <a:off x="3996652" y="303571"/>
            <a:ext cx="1796263" cy="41877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SLICER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DCE4183-C981-B574-EF61-325499A22380}"/>
              </a:ext>
            </a:extLst>
          </p:cNvPr>
          <p:cNvSpPr/>
          <p:nvPr/>
        </p:nvSpPr>
        <p:spPr>
          <a:xfrm>
            <a:off x="5917920" y="305677"/>
            <a:ext cx="1796263" cy="41877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SLICER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C1BFD8A-3E4E-9C5D-B839-06DD5F3BC2E3}"/>
              </a:ext>
            </a:extLst>
          </p:cNvPr>
          <p:cNvSpPr/>
          <p:nvPr/>
        </p:nvSpPr>
        <p:spPr>
          <a:xfrm>
            <a:off x="151541" y="1124161"/>
            <a:ext cx="1645580" cy="87159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KPI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4D35B2C-5161-6A65-FE8F-87BFD832BE61}"/>
              </a:ext>
            </a:extLst>
          </p:cNvPr>
          <p:cNvSpPr/>
          <p:nvPr/>
        </p:nvSpPr>
        <p:spPr>
          <a:xfrm>
            <a:off x="151541" y="2070241"/>
            <a:ext cx="1645580" cy="87159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KPI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872255C-EC90-A5B0-F7FB-1F75F484F0B9}"/>
              </a:ext>
            </a:extLst>
          </p:cNvPr>
          <p:cNvSpPr/>
          <p:nvPr/>
        </p:nvSpPr>
        <p:spPr>
          <a:xfrm>
            <a:off x="151541" y="3006047"/>
            <a:ext cx="1645580" cy="87159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KPI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66B7385-4357-3DD3-D1CA-EC7B0AAEB74F}"/>
              </a:ext>
            </a:extLst>
          </p:cNvPr>
          <p:cNvSpPr/>
          <p:nvPr/>
        </p:nvSpPr>
        <p:spPr>
          <a:xfrm>
            <a:off x="7839185" y="299185"/>
            <a:ext cx="1796263" cy="41877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SLICER</a:t>
            </a:r>
          </a:p>
        </p:txBody>
      </p:sp>
    </p:spTree>
    <p:extLst>
      <p:ext uri="{BB962C8B-B14F-4D97-AF65-F5344CB8AC3E}">
        <p14:creationId xmlns:p14="http://schemas.microsoft.com/office/powerpoint/2010/main" val="38053783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5D8B3-B40E-B5BF-8A6B-21633DCE5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50C26F0-54CA-FCF3-44F9-1679C657C6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3815" y="33295"/>
            <a:ext cx="2057088" cy="950552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9F144A9-1C78-9372-D8EF-760A904AFC98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0" y="1068510"/>
            <a:ext cx="12192000" cy="0"/>
          </a:xfrm>
          <a:prstGeom prst="line">
            <a:avLst/>
          </a:prstGeom>
          <a:ln>
            <a:solidFill>
              <a:srgbClr val="002F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CBF18734-B84D-ACE7-9CF6-7A2AFE007845}"/>
              </a:ext>
            </a:extLst>
          </p:cNvPr>
          <p:cNvSpPr/>
          <p:nvPr/>
        </p:nvSpPr>
        <p:spPr>
          <a:xfrm>
            <a:off x="151541" y="2202944"/>
            <a:ext cx="3711542" cy="4569433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CHART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9AD225-FD21-B4F5-C711-A99C23BDE07E}"/>
              </a:ext>
            </a:extLst>
          </p:cNvPr>
          <p:cNvSpPr>
            <a:spLocks/>
          </p:cNvSpPr>
          <p:nvPr/>
        </p:nvSpPr>
        <p:spPr>
          <a:xfrm>
            <a:off x="82192" y="85618"/>
            <a:ext cx="3092523" cy="897275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TITLE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655DB3-7E62-6F03-7B40-2E56B075321B}"/>
              </a:ext>
            </a:extLst>
          </p:cNvPr>
          <p:cNvSpPr/>
          <p:nvPr/>
        </p:nvSpPr>
        <p:spPr>
          <a:xfrm>
            <a:off x="3996652" y="303571"/>
            <a:ext cx="1796263" cy="41877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SLICER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6050D8C-3CD0-F282-B991-70C627B8C3DF}"/>
              </a:ext>
            </a:extLst>
          </p:cNvPr>
          <p:cNvSpPr/>
          <p:nvPr/>
        </p:nvSpPr>
        <p:spPr>
          <a:xfrm>
            <a:off x="5917920" y="305677"/>
            <a:ext cx="1796263" cy="41877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SLICER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690E682-AFAF-24AA-DFA7-D7FC4E6585DB}"/>
              </a:ext>
            </a:extLst>
          </p:cNvPr>
          <p:cNvSpPr/>
          <p:nvPr/>
        </p:nvSpPr>
        <p:spPr>
          <a:xfrm>
            <a:off x="151541" y="1196079"/>
            <a:ext cx="1645580" cy="87159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KPI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F145BF-C60F-0943-1F9B-B5B798342F45}"/>
              </a:ext>
            </a:extLst>
          </p:cNvPr>
          <p:cNvSpPr/>
          <p:nvPr/>
        </p:nvSpPr>
        <p:spPr>
          <a:xfrm>
            <a:off x="2249184" y="1193610"/>
            <a:ext cx="1645580" cy="87159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KPI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A683353-090D-28F8-892C-1F79D026DBB1}"/>
              </a:ext>
            </a:extLst>
          </p:cNvPr>
          <p:cNvSpPr/>
          <p:nvPr/>
        </p:nvSpPr>
        <p:spPr>
          <a:xfrm>
            <a:off x="4256495" y="1193610"/>
            <a:ext cx="1645580" cy="87159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KPI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6B5D37F-8C83-4465-905A-3356A7E301CE}"/>
              </a:ext>
            </a:extLst>
          </p:cNvPr>
          <p:cNvSpPr/>
          <p:nvPr/>
        </p:nvSpPr>
        <p:spPr>
          <a:xfrm>
            <a:off x="6326740" y="1193610"/>
            <a:ext cx="1645580" cy="87159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KPI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F7E7CFD-82B1-D253-740A-67AB45A9D667}"/>
              </a:ext>
            </a:extLst>
          </p:cNvPr>
          <p:cNvSpPr/>
          <p:nvPr/>
        </p:nvSpPr>
        <p:spPr>
          <a:xfrm>
            <a:off x="8334051" y="1193610"/>
            <a:ext cx="1645580" cy="87159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KPI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CBF0071-C541-DD37-29C0-7F55A1A0DA47}"/>
              </a:ext>
            </a:extLst>
          </p:cNvPr>
          <p:cNvSpPr/>
          <p:nvPr/>
        </p:nvSpPr>
        <p:spPr>
          <a:xfrm>
            <a:off x="10431694" y="1225092"/>
            <a:ext cx="1645580" cy="87159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KPI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FC32F0B-5078-0E64-0496-F9DBA3A6023F}"/>
              </a:ext>
            </a:extLst>
          </p:cNvPr>
          <p:cNvSpPr/>
          <p:nvPr/>
        </p:nvSpPr>
        <p:spPr>
          <a:xfrm>
            <a:off x="8325495" y="2202943"/>
            <a:ext cx="3780888" cy="4569437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TABLE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CB45C67-94FC-4533-7C1F-ADC3ECD8DAF1}"/>
              </a:ext>
            </a:extLst>
          </p:cNvPr>
          <p:cNvSpPr/>
          <p:nvPr/>
        </p:nvSpPr>
        <p:spPr>
          <a:xfrm>
            <a:off x="4260778" y="2202943"/>
            <a:ext cx="3711542" cy="4569433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CHART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257FEBC-FCD1-FCF3-0496-A9CF469CD6E0}"/>
              </a:ext>
            </a:extLst>
          </p:cNvPr>
          <p:cNvSpPr/>
          <p:nvPr/>
        </p:nvSpPr>
        <p:spPr>
          <a:xfrm>
            <a:off x="7839188" y="303571"/>
            <a:ext cx="1796263" cy="41877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SLICER</a:t>
            </a:r>
          </a:p>
        </p:txBody>
      </p:sp>
    </p:spTree>
    <p:extLst>
      <p:ext uri="{BB962C8B-B14F-4D97-AF65-F5344CB8AC3E}">
        <p14:creationId xmlns:p14="http://schemas.microsoft.com/office/powerpoint/2010/main" val="27504942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7B0AF-5DC9-4C7A-B990-A8DF2D4AA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AB0A4D3-512A-0232-2F2D-6CDC460126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3815" y="33295"/>
            <a:ext cx="2057088" cy="950552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13B6C67-346C-A321-31F4-2AA3B6ACFDB9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0" y="1068510"/>
            <a:ext cx="12192000" cy="0"/>
          </a:xfrm>
          <a:prstGeom prst="line">
            <a:avLst/>
          </a:prstGeom>
          <a:ln>
            <a:solidFill>
              <a:srgbClr val="002F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DD68E8A-5230-0717-AA24-01B539AC8126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V="1">
            <a:off x="1955515" y="1068510"/>
            <a:ext cx="0" cy="5789490"/>
          </a:xfrm>
          <a:prstGeom prst="line">
            <a:avLst/>
          </a:prstGeom>
          <a:ln>
            <a:solidFill>
              <a:srgbClr val="002F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93714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50910-2449-7847-DFBC-1ED4B6E98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DB7175-8350-5EC0-719F-60DF43C364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3815" y="33295"/>
            <a:ext cx="2057088" cy="950552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7A08D67-7C08-FAF7-01A8-1C234EB46EB7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0" y="1068510"/>
            <a:ext cx="12192000" cy="0"/>
          </a:xfrm>
          <a:prstGeom prst="line">
            <a:avLst/>
          </a:prstGeom>
          <a:ln>
            <a:solidFill>
              <a:srgbClr val="002F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517C469-DAED-F080-4C43-F6202215F4ED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V="1">
            <a:off x="7084032" y="1068510"/>
            <a:ext cx="0" cy="5789490"/>
          </a:xfrm>
          <a:prstGeom prst="line">
            <a:avLst/>
          </a:prstGeom>
          <a:ln>
            <a:solidFill>
              <a:srgbClr val="002F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360D30B-8E25-16B9-B8F4-E9A32B280FAC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V="1">
            <a:off x="1955515" y="1068510"/>
            <a:ext cx="0" cy="5789490"/>
          </a:xfrm>
          <a:prstGeom prst="line">
            <a:avLst/>
          </a:prstGeom>
          <a:ln>
            <a:solidFill>
              <a:srgbClr val="002F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97825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CB2AE-92D6-49BF-9FB8-9D9BAFFCF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2C0696D-6A1D-5CC6-B36A-8EDB2F62AE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3815" y="33295"/>
            <a:ext cx="2057088" cy="950552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D3E0387-68F8-DC00-38C0-496CE73D4257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0" y="1068510"/>
            <a:ext cx="12192000" cy="0"/>
          </a:xfrm>
          <a:prstGeom prst="line">
            <a:avLst/>
          </a:prstGeom>
          <a:ln>
            <a:solidFill>
              <a:srgbClr val="002F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44957AD-A5C7-D29E-31A2-54F69A3A4764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V="1">
            <a:off x="7084032" y="1068510"/>
            <a:ext cx="0" cy="5789490"/>
          </a:xfrm>
          <a:prstGeom prst="line">
            <a:avLst/>
          </a:prstGeom>
          <a:ln>
            <a:solidFill>
              <a:srgbClr val="002F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B26D272-CFA1-66FB-BF03-01108872E8E0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V="1">
            <a:off x="1955515" y="1068510"/>
            <a:ext cx="0" cy="5789490"/>
          </a:xfrm>
          <a:prstGeom prst="line">
            <a:avLst/>
          </a:prstGeom>
          <a:ln>
            <a:solidFill>
              <a:srgbClr val="002F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324FA57-1EBC-5118-9487-919A59F6083B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1955515" y="3933288"/>
            <a:ext cx="10236485" cy="0"/>
          </a:xfrm>
          <a:prstGeom prst="line">
            <a:avLst/>
          </a:prstGeom>
          <a:ln>
            <a:solidFill>
              <a:srgbClr val="002F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23164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80876-3236-7BD1-719C-8C013FD65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4BEA070-D8D2-151C-B8A5-A445DA7276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3815" y="33295"/>
            <a:ext cx="2057088" cy="950552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A8C5D1A-AB97-933B-2622-303495D932EA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0" y="1068510"/>
            <a:ext cx="12192000" cy="0"/>
          </a:xfrm>
          <a:prstGeom prst="line">
            <a:avLst/>
          </a:prstGeom>
          <a:ln>
            <a:solidFill>
              <a:srgbClr val="002F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40986B7-0C02-D7AF-D3AE-CCC5479CBF2E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V="1">
            <a:off x="7084032" y="1068510"/>
            <a:ext cx="0" cy="5789490"/>
          </a:xfrm>
          <a:prstGeom prst="line">
            <a:avLst/>
          </a:prstGeom>
          <a:ln>
            <a:solidFill>
              <a:srgbClr val="002F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FE8B4BB-C416-1019-0E16-46B2785718F3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V="1">
            <a:off x="1955515" y="1068510"/>
            <a:ext cx="0" cy="5789490"/>
          </a:xfrm>
          <a:prstGeom prst="line">
            <a:avLst/>
          </a:prstGeom>
          <a:ln>
            <a:solidFill>
              <a:srgbClr val="002F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4C7382B3-1782-7B75-D245-421A9B9CFC72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1955515" y="3933288"/>
            <a:ext cx="5128517" cy="0"/>
          </a:xfrm>
          <a:prstGeom prst="line">
            <a:avLst/>
          </a:prstGeom>
          <a:ln>
            <a:solidFill>
              <a:srgbClr val="002F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82319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6E8CF8-50FB-D507-9E8A-9A7851DBE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D39E1A6-3868-EC2C-280E-54B57AFB45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3815" y="33295"/>
            <a:ext cx="2057088" cy="950552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B6BB415-42A2-B663-63C4-E797D24F7E8A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0" y="1068510"/>
            <a:ext cx="12192000" cy="0"/>
          </a:xfrm>
          <a:prstGeom prst="line">
            <a:avLst/>
          </a:prstGeom>
          <a:ln>
            <a:solidFill>
              <a:srgbClr val="002F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62FA443-6167-B656-6A9E-335F23F59807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V="1">
            <a:off x="7084032" y="1068510"/>
            <a:ext cx="0" cy="5789490"/>
          </a:xfrm>
          <a:prstGeom prst="line">
            <a:avLst/>
          </a:prstGeom>
          <a:ln>
            <a:solidFill>
              <a:srgbClr val="002F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3661FA2-1A52-A66F-7E29-B9837A057960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V="1">
            <a:off x="1955515" y="1068510"/>
            <a:ext cx="0" cy="5789490"/>
          </a:xfrm>
          <a:prstGeom prst="line">
            <a:avLst/>
          </a:prstGeom>
          <a:ln>
            <a:solidFill>
              <a:srgbClr val="002F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C08DC44-78B4-BE8B-6FC2-C00D98AB517D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7084032" y="3933288"/>
            <a:ext cx="5107968" cy="0"/>
          </a:xfrm>
          <a:prstGeom prst="line">
            <a:avLst/>
          </a:prstGeom>
          <a:ln>
            <a:solidFill>
              <a:srgbClr val="002F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65162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ADE2EA-252B-FB90-0F2D-DA3856458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C2AE641-DCBF-1E52-D92F-019CAA474C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3815" y="33295"/>
            <a:ext cx="2057088" cy="950552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4587D53-CF53-78D5-6495-7F139650C840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0" y="1068510"/>
            <a:ext cx="12192000" cy="0"/>
          </a:xfrm>
          <a:prstGeom prst="line">
            <a:avLst/>
          </a:prstGeom>
          <a:ln>
            <a:solidFill>
              <a:srgbClr val="002F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32460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2C577C-B517-7D7E-7297-B9035E99B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43431B3-CE45-1244-B4EE-EFDF13C600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3815" y="33295"/>
            <a:ext cx="2057088" cy="950552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81DACCF-B957-3E31-99EA-CEFE35C2A44D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0" y="1068510"/>
            <a:ext cx="12192000" cy="0"/>
          </a:xfrm>
          <a:prstGeom prst="line">
            <a:avLst/>
          </a:prstGeom>
          <a:ln>
            <a:solidFill>
              <a:srgbClr val="002F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FE7E97FC-9EAC-A54B-6CDD-F55CCFE2F535}"/>
              </a:ext>
            </a:extLst>
          </p:cNvPr>
          <p:cNvCxnSpPr>
            <a:cxnSpLocks/>
          </p:cNvCxnSpPr>
          <p:nvPr/>
        </p:nvCxnSpPr>
        <p:spPr>
          <a:xfrm flipV="1">
            <a:off x="4066512" y="1068510"/>
            <a:ext cx="0" cy="5789490"/>
          </a:xfrm>
          <a:prstGeom prst="line">
            <a:avLst/>
          </a:prstGeom>
          <a:ln>
            <a:solidFill>
              <a:srgbClr val="002F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1E38AC1-22C8-E2C8-3B7D-48C432A5E0D0}"/>
              </a:ext>
            </a:extLst>
          </p:cNvPr>
          <p:cNvCxnSpPr>
            <a:cxnSpLocks/>
          </p:cNvCxnSpPr>
          <p:nvPr/>
        </p:nvCxnSpPr>
        <p:spPr>
          <a:xfrm flipV="1">
            <a:off x="8163504" y="1068510"/>
            <a:ext cx="0" cy="5789490"/>
          </a:xfrm>
          <a:prstGeom prst="line">
            <a:avLst/>
          </a:prstGeom>
          <a:ln>
            <a:solidFill>
              <a:srgbClr val="002F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23350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0014D8-5B8D-4055-7E70-02AA82590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3DA6071-C0B4-DAEE-2BA2-5ADC37AA13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3815" y="33295"/>
            <a:ext cx="2057088" cy="950552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5E7281B-3B5F-A3DB-08C5-B7F370C7C3E9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0" y="1068510"/>
            <a:ext cx="12192000" cy="0"/>
          </a:xfrm>
          <a:prstGeom prst="line">
            <a:avLst/>
          </a:prstGeom>
          <a:ln>
            <a:solidFill>
              <a:srgbClr val="002F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53E4CF0-7E45-9051-23B3-FBF4EAF073AD}"/>
              </a:ext>
            </a:extLst>
          </p:cNvPr>
          <p:cNvCxnSpPr>
            <a:cxnSpLocks/>
          </p:cNvCxnSpPr>
          <p:nvPr/>
        </p:nvCxnSpPr>
        <p:spPr>
          <a:xfrm flipV="1">
            <a:off x="6142234" y="1068510"/>
            <a:ext cx="0" cy="5789490"/>
          </a:xfrm>
          <a:prstGeom prst="line">
            <a:avLst/>
          </a:prstGeom>
          <a:ln>
            <a:solidFill>
              <a:srgbClr val="002F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24997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A417E-4C5D-8BB7-0351-4DB31DB6C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497CC4B-3DF5-1C5D-0DC1-D396A5248D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3815" y="33295"/>
            <a:ext cx="2057088" cy="950552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81C4514-6FAA-F226-C1A4-BB88DF236BC1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0" y="1068510"/>
            <a:ext cx="12192000" cy="0"/>
          </a:xfrm>
          <a:prstGeom prst="line">
            <a:avLst/>
          </a:prstGeom>
          <a:ln>
            <a:solidFill>
              <a:srgbClr val="002F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BF6A143-5196-D4DF-EA56-C53776CCF188}"/>
              </a:ext>
            </a:extLst>
          </p:cNvPr>
          <p:cNvCxnSpPr>
            <a:cxnSpLocks/>
          </p:cNvCxnSpPr>
          <p:nvPr/>
        </p:nvCxnSpPr>
        <p:spPr>
          <a:xfrm flipV="1">
            <a:off x="6096000" y="1069365"/>
            <a:ext cx="0" cy="5789490"/>
          </a:xfrm>
          <a:prstGeom prst="line">
            <a:avLst/>
          </a:prstGeom>
          <a:ln>
            <a:solidFill>
              <a:srgbClr val="002F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F044934-18EF-DA0E-CCB0-027226CD1E20}"/>
              </a:ext>
            </a:extLst>
          </p:cNvPr>
          <p:cNvCxnSpPr>
            <a:cxnSpLocks/>
          </p:cNvCxnSpPr>
          <p:nvPr/>
        </p:nvCxnSpPr>
        <p:spPr>
          <a:xfrm>
            <a:off x="0" y="3964110"/>
            <a:ext cx="12192000" cy="0"/>
          </a:xfrm>
          <a:prstGeom prst="line">
            <a:avLst/>
          </a:prstGeom>
          <a:ln>
            <a:solidFill>
              <a:srgbClr val="002F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96029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A86BF0-3A2D-B110-4F64-BE6A624CC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E3E1C12-2932-E653-D6F0-FD01A57041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3815" y="33295"/>
            <a:ext cx="2057088" cy="950552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85F4F97-D87D-97A1-5230-A918AF6FAC3C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0" y="1068510"/>
            <a:ext cx="12192000" cy="0"/>
          </a:xfrm>
          <a:prstGeom prst="line">
            <a:avLst/>
          </a:prstGeom>
          <a:ln>
            <a:solidFill>
              <a:srgbClr val="002F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3C70249-A288-674F-FC06-936BB3DB6DCE}"/>
              </a:ext>
            </a:extLst>
          </p:cNvPr>
          <p:cNvCxnSpPr>
            <a:cxnSpLocks/>
          </p:cNvCxnSpPr>
          <p:nvPr/>
        </p:nvCxnSpPr>
        <p:spPr>
          <a:xfrm flipV="1">
            <a:off x="6096000" y="1069365"/>
            <a:ext cx="0" cy="5789490"/>
          </a:xfrm>
          <a:prstGeom prst="line">
            <a:avLst/>
          </a:prstGeom>
          <a:ln>
            <a:solidFill>
              <a:srgbClr val="002F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E8928847-F898-09CD-0514-07272D41355C}"/>
              </a:ext>
            </a:extLst>
          </p:cNvPr>
          <p:cNvCxnSpPr>
            <a:cxnSpLocks/>
          </p:cNvCxnSpPr>
          <p:nvPr/>
        </p:nvCxnSpPr>
        <p:spPr>
          <a:xfrm>
            <a:off x="0" y="3964110"/>
            <a:ext cx="6096000" cy="0"/>
          </a:xfrm>
          <a:prstGeom prst="line">
            <a:avLst/>
          </a:prstGeom>
          <a:ln>
            <a:solidFill>
              <a:srgbClr val="002F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15323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08D62-A617-F275-996E-885ABDEBC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C7A23E1-FE69-AC4C-BB42-AF94B4315E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3815" y="33295"/>
            <a:ext cx="2057088" cy="950552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11DCE09-A7A1-72E0-BF7E-03B2FC281361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0" y="1068510"/>
            <a:ext cx="12192000" cy="0"/>
          </a:xfrm>
          <a:prstGeom prst="line">
            <a:avLst/>
          </a:prstGeom>
          <a:ln>
            <a:solidFill>
              <a:srgbClr val="002F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5E5DFC7-96CE-3DBA-88C7-885815F398F0}"/>
              </a:ext>
            </a:extLst>
          </p:cNvPr>
          <p:cNvCxnSpPr>
            <a:cxnSpLocks/>
          </p:cNvCxnSpPr>
          <p:nvPr/>
        </p:nvCxnSpPr>
        <p:spPr>
          <a:xfrm flipV="1">
            <a:off x="6096000" y="1069365"/>
            <a:ext cx="0" cy="5789490"/>
          </a:xfrm>
          <a:prstGeom prst="line">
            <a:avLst/>
          </a:prstGeom>
          <a:ln>
            <a:solidFill>
              <a:srgbClr val="002F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AF45204-EA98-37F0-F5F9-51D5626DB4DF}"/>
              </a:ext>
            </a:extLst>
          </p:cNvPr>
          <p:cNvCxnSpPr>
            <a:cxnSpLocks/>
          </p:cNvCxnSpPr>
          <p:nvPr/>
        </p:nvCxnSpPr>
        <p:spPr>
          <a:xfrm>
            <a:off x="6096000" y="3964110"/>
            <a:ext cx="6096000" cy="0"/>
          </a:xfrm>
          <a:prstGeom prst="line">
            <a:avLst/>
          </a:prstGeom>
          <a:ln>
            <a:solidFill>
              <a:srgbClr val="002F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40490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2d00324-2cc6-4a77-baef-73703fb37915" xsi:nil="true"/>
    <lcf76f155ced4ddcb4097134ff3c332f xmlns="5dd6ddd3-7a73-4216-885a-40e9ebca6610">
      <Terms xmlns="http://schemas.microsoft.com/office/infopath/2007/PartnerControls"/>
    </lcf76f155ced4ddcb4097134ff3c332f>
    <SharedWithUsers xmlns="12d00324-2cc6-4a77-baef-73703fb37915">
      <UserInfo>
        <DisplayName/>
        <AccountId xsi:nil="true"/>
        <AccountType/>
      </UserInfo>
    </SharedWithUsers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EF37FE26E90C249AC825FD75A153133" ma:contentTypeVersion="19" ma:contentTypeDescription="Create a new document." ma:contentTypeScope="" ma:versionID="379ee9fcefb5a35e4ad0c7798af8763f">
  <xsd:schema xmlns:xsd="http://www.w3.org/2001/XMLSchema" xmlns:xs="http://www.w3.org/2001/XMLSchema" xmlns:p="http://schemas.microsoft.com/office/2006/metadata/properties" xmlns:ns2="5dd6ddd3-7a73-4216-885a-40e9ebca6610" xmlns:ns3="12d00324-2cc6-4a77-baef-73703fb37915" targetNamespace="http://schemas.microsoft.com/office/2006/metadata/properties" ma:root="true" ma:fieldsID="96e3205c926294f319aadf8bcab62ebc" ns2:_="" ns3:_="">
    <xsd:import namespace="5dd6ddd3-7a73-4216-885a-40e9ebca6610"/>
    <xsd:import namespace="12d00324-2cc6-4a77-baef-73703fb3791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d6ddd3-7a73-4216-885a-40e9ebca661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0a940491-f2ce-4391-9579-b8366d1c8f9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d00324-2cc6-4a77-baef-73703fb37915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7a2ee517-1ec5-4428-84ce-a79212ef52b8}" ma:internalName="TaxCatchAll" ma:showField="CatchAllData" ma:web="12d00324-2cc6-4a77-baef-73703fb3791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7FFBB9F-10AE-4C09-BA2F-CC236124C3D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6C60485-2EDC-46BA-BC14-4C0F4C5D7C00}">
  <ds:schemaRefs>
    <ds:schemaRef ds:uri="5dd6ddd3-7a73-4216-885a-40e9ebca6610"/>
    <ds:schemaRef ds:uri="http://purl.org/dc/terms/"/>
    <ds:schemaRef ds:uri="http://schemas.microsoft.com/office/2006/documentManagement/types"/>
    <ds:schemaRef ds:uri="http://www.w3.org/XML/1998/namespace"/>
    <ds:schemaRef ds:uri="http://schemas.openxmlformats.org/package/2006/metadata/core-properties"/>
    <ds:schemaRef ds:uri="http://purl.org/dc/dcmitype/"/>
    <ds:schemaRef ds:uri="http://purl.org/dc/elements/1.1/"/>
    <ds:schemaRef ds:uri="http://schemas.microsoft.com/office/infopath/2007/PartnerControls"/>
    <ds:schemaRef ds:uri="12d00324-2cc6-4a77-baef-73703fb37915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1F8C8CD6-EC14-480A-AB60-BB1346592307}"/>
</file>

<file path=docProps/app.xml><?xml version="1.0" encoding="utf-8"?>
<Properties xmlns="http://schemas.openxmlformats.org/officeDocument/2006/extended-properties" xmlns:vt="http://schemas.openxmlformats.org/officeDocument/2006/docPropsVTypes">
  <TotalTime>462</TotalTime>
  <Words>35</Words>
  <Application>Microsoft Office PowerPoint</Application>
  <PresentationFormat>Widescreen</PresentationFormat>
  <Paragraphs>35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 Reeve</dc:creator>
  <cp:lastModifiedBy>Carl Hunter</cp:lastModifiedBy>
  <cp:revision>2</cp:revision>
  <dcterms:created xsi:type="dcterms:W3CDTF">2024-09-03T08:50:40Z</dcterms:created>
  <dcterms:modified xsi:type="dcterms:W3CDTF">2026-01-26T16:42:26Z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881ee9c-6b81-435c-a4bc-bf35297b507c_Enabled">
    <vt:lpwstr>true</vt:lpwstr>
  </property>
  <property fmtid="{D5CDD505-2E9C-101B-9397-08002B2CF9AE}" pid="3" name="MSIP_Label_9881ee9c-6b81-435c-a4bc-bf35297b507c_SetDate">
    <vt:lpwstr>2024-09-03T08:59:35Z</vt:lpwstr>
  </property>
  <property fmtid="{D5CDD505-2E9C-101B-9397-08002B2CF9AE}" pid="4" name="MSIP_Label_9881ee9c-6b81-435c-a4bc-bf35297b507c_Method">
    <vt:lpwstr>Privileged</vt:lpwstr>
  </property>
  <property fmtid="{D5CDD505-2E9C-101B-9397-08002B2CF9AE}" pid="5" name="MSIP_Label_9881ee9c-6b81-435c-a4bc-bf35297b507c_Name">
    <vt:lpwstr>Public</vt:lpwstr>
  </property>
  <property fmtid="{D5CDD505-2E9C-101B-9397-08002B2CF9AE}" pid="6" name="MSIP_Label_9881ee9c-6b81-435c-a4bc-bf35297b507c_SiteId">
    <vt:lpwstr>70f369b2-a94b-4465-8c6d-728adf25908d</vt:lpwstr>
  </property>
  <property fmtid="{D5CDD505-2E9C-101B-9397-08002B2CF9AE}" pid="7" name="MSIP_Label_9881ee9c-6b81-435c-a4bc-bf35297b507c_ActionId">
    <vt:lpwstr>3313faf6-d6c9-4030-ac5e-397a131c0659</vt:lpwstr>
  </property>
  <property fmtid="{D5CDD505-2E9C-101B-9397-08002B2CF9AE}" pid="8" name="MSIP_Label_9881ee9c-6b81-435c-a4bc-bf35297b507c_ContentBits">
    <vt:lpwstr>0</vt:lpwstr>
  </property>
  <property fmtid="{D5CDD505-2E9C-101B-9397-08002B2CF9AE}" pid="9" name="ContentTypeId">
    <vt:lpwstr>0x010100FEF37FE26E90C249AC825FD75A153133</vt:lpwstr>
  </property>
  <property fmtid="{D5CDD505-2E9C-101B-9397-08002B2CF9AE}" pid="10" name="MediaServiceImageTags">
    <vt:lpwstr/>
  </property>
  <property fmtid="{D5CDD505-2E9C-101B-9397-08002B2CF9AE}" pid="11" name="_SourceUrl">
    <vt:lpwstr/>
  </property>
  <property fmtid="{D5CDD505-2E9C-101B-9397-08002B2CF9AE}" pid="12" name="_SharedFileIndex">
    <vt:lpwstr/>
  </property>
  <property fmtid="{D5CDD505-2E9C-101B-9397-08002B2CF9AE}" pid="13" name="ComplianceAssetId">
    <vt:lpwstr/>
  </property>
  <property fmtid="{D5CDD505-2E9C-101B-9397-08002B2CF9AE}" pid="14" name="_ExtendedDescription">
    <vt:lpwstr/>
  </property>
  <property fmtid="{D5CDD505-2E9C-101B-9397-08002B2CF9AE}" pid="15" name="TriggerFlowInfo">
    <vt:lpwstr/>
  </property>
</Properties>
</file>